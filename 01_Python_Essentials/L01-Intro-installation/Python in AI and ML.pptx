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3" d="100"/>
          <a:sy n="83" d="100"/>
        </p:scale>
        <p:origin x="37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Python in AI &amp;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Exploring Applications of Python in Artificial Intelligence &amp;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1. Machine Learning (ML</a:t>
            </a:r>
            <a:r>
              <a:rPr dirty="0" smtClean="0"/>
              <a:t>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Libraries: Scikit-learn, XGBoost, TensorFlow, PyTorch</a:t>
            </a:r>
          </a:p>
          <a:p>
            <a:r>
              <a:rPr sz="1800"/>
              <a:t>Use Cases:</a:t>
            </a:r>
          </a:p>
          <a:p>
            <a:r>
              <a:rPr sz="1800"/>
              <a:t>- Fraud Detection (Banking)</a:t>
            </a:r>
          </a:p>
          <a:p>
            <a:r>
              <a:rPr sz="1800"/>
              <a:t>- Predictive Analytics (Stock Market)</a:t>
            </a:r>
          </a:p>
          <a:p>
            <a:r>
              <a:rPr sz="1800"/>
              <a:t>- Recommendation Systems (Netflix, Amazon)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2. Deep Learning &amp; Neural </a:t>
            </a:r>
            <a:r>
              <a:rPr dirty="0" smtClean="0"/>
              <a:t>Networks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Libraries: TensorFlow, PyTorch, Keras</a:t>
            </a:r>
          </a:p>
          <a:p>
            <a:r>
              <a:rPr sz="1800"/>
              <a:t>Use Cases:</a:t>
            </a:r>
          </a:p>
          <a:p>
            <a:r>
              <a:rPr sz="1800"/>
              <a:t>- Image Recognition (Healthcare, Facial recognition)</a:t>
            </a:r>
          </a:p>
          <a:p>
            <a:r>
              <a:rPr sz="1800"/>
              <a:t>- Natural Language Processing (Chatbots, GPT)</a:t>
            </a:r>
          </a:p>
          <a:p>
            <a:r>
              <a:rPr sz="1800"/>
              <a:t>- Autonomous Vehicles (Tesla, Waymo)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3. Natural Language Processing (NLP</a:t>
            </a:r>
            <a:r>
              <a:rPr dirty="0" smtClean="0"/>
              <a:t>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Libraries: NLTK, spaCy, Transformers</a:t>
            </a:r>
          </a:p>
          <a:p>
            <a:r>
              <a:rPr sz="1800"/>
              <a:t>Use Cases:</a:t>
            </a:r>
          </a:p>
          <a:p>
            <a:r>
              <a:rPr sz="1800"/>
              <a:t>- Chatbots &amp; Virtual Assistants (Alexa, Siri)</a:t>
            </a:r>
          </a:p>
          <a:p>
            <a:r>
              <a:rPr sz="1800"/>
              <a:t>- Sentiment Analysis (Social Media, Reviews)</a:t>
            </a:r>
          </a:p>
          <a:p>
            <a:r>
              <a:rPr sz="1800"/>
              <a:t>- Text Summarization (News, Legal Documents)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4. Computer </a:t>
            </a:r>
            <a:r>
              <a:rPr dirty="0" smtClean="0"/>
              <a:t>Vision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Libraries: OpenCV, TensorFlow, Detectron2</a:t>
            </a:r>
          </a:p>
          <a:p>
            <a:r>
              <a:rPr sz="1800"/>
              <a:t>Use Cases:</a:t>
            </a:r>
          </a:p>
          <a:p>
            <a:r>
              <a:rPr sz="1800"/>
              <a:t>- Face Recognition (Security, Authentication)</a:t>
            </a:r>
          </a:p>
          <a:p>
            <a:r>
              <a:rPr sz="1800"/>
              <a:t>- Object Detection (Self-driving Cars, Surveillance)</a:t>
            </a:r>
          </a:p>
          <a:p>
            <a:r>
              <a:rPr sz="1800"/>
              <a:t>- Medical Imaging (Cancer Detection, X-ray Analysis)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5. Robotics &amp; </a:t>
            </a:r>
            <a:r>
              <a:rPr dirty="0" smtClean="0"/>
              <a:t>Automation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Libraries: PyRobot, ROS (Robot Operating System)</a:t>
            </a:r>
          </a:p>
          <a:p>
            <a:r>
              <a:rPr sz="1800"/>
              <a:t>Use Cases:</a:t>
            </a:r>
          </a:p>
          <a:p>
            <a:r>
              <a:rPr sz="1800"/>
              <a:t>- Industrial Automation (Manufacturing)</a:t>
            </a:r>
          </a:p>
          <a:p>
            <a:r>
              <a:rPr sz="1800"/>
              <a:t>- AI-powered Robots (Boston Dynamics)</a:t>
            </a:r>
          </a:p>
          <a:p>
            <a:r>
              <a:rPr sz="1800"/>
              <a:t>- Warehouse Management (Amazon Robotics)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6. Reinforcement Learning (RL</a:t>
            </a:r>
            <a:r>
              <a:rPr dirty="0" smtClean="0"/>
              <a:t>)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Libraries: OpenAI Gym, Stable-Baselines3</a:t>
            </a:r>
          </a:p>
          <a:p>
            <a:r>
              <a:rPr sz="1800"/>
              <a:t>Use Cases:</a:t>
            </a:r>
          </a:p>
          <a:p>
            <a:r>
              <a:rPr sz="1800"/>
              <a:t>- Game AI (AlphaGo, Dota 2 AI)</a:t>
            </a:r>
          </a:p>
          <a:p>
            <a:r>
              <a:rPr sz="1800"/>
              <a:t>- Autonomous Agents (Drones, Robotics)</a:t>
            </a:r>
          </a:p>
          <a:p>
            <a:r>
              <a:rPr sz="1800"/>
              <a:t>- Self-learning AI Models (Finance, Trading Bots)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7. Speech Recognition &amp; AI Voice </a:t>
            </a:r>
            <a:r>
              <a:rPr dirty="0" smtClean="0"/>
              <a:t>Assistants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Libraries: SpeechRecognition, DeepSpeech</a:t>
            </a:r>
          </a:p>
          <a:p>
            <a:r>
              <a:rPr sz="1800"/>
              <a:t>Use Cases:</a:t>
            </a:r>
          </a:p>
          <a:p>
            <a:r>
              <a:rPr sz="1800"/>
              <a:t>- AI Voice Assistants (Google Assistant, Siri)</a:t>
            </a:r>
          </a:p>
          <a:p>
            <a:r>
              <a:rPr sz="1800"/>
              <a:t>- Automatic Transcription (Meetings, YouTube)</a:t>
            </a:r>
          </a:p>
          <a:p>
            <a:r>
              <a:rPr sz="1800"/>
              <a:t>- Language Translation (Google Translate)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Why Python for AI &amp; ML</a:t>
            </a:r>
            <a:r>
              <a:rPr dirty="0" smtClean="0"/>
              <a:t>?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/>
              <a:t>✅ Easy to Learn &amp; Use</a:t>
            </a:r>
          </a:p>
          <a:p>
            <a:r>
              <a:rPr sz="1800"/>
              <a:t>✅ Rich Libraries &amp; Frameworks</a:t>
            </a:r>
          </a:p>
          <a:p>
            <a:r>
              <a:rPr sz="1800"/>
              <a:t>✅ Strong Community Support</a:t>
            </a:r>
          </a:p>
          <a:p>
            <a:r>
              <a:rPr sz="1800"/>
              <a:t>✅ Cross-Platform Compatibility</a:t>
            </a:r>
          </a:p>
          <a:p>
            <a:r>
              <a:rPr sz="1800"/>
              <a:t>✅ Seamless Integration with Other Languages (C, Java)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344</Words>
  <Application>Microsoft Office PowerPoint</Application>
  <PresentationFormat>On-screen Show (4:3)</PresentationFormat>
  <Paragraphs>50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Python in AI &amp; ML</vt:lpstr>
      <vt:lpstr>1. Machine Learning (ML)</vt:lpstr>
      <vt:lpstr>2. Deep Learning &amp; Neural Networks</vt:lpstr>
      <vt:lpstr>3. Natural Language Processing (NLP)</vt:lpstr>
      <vt:lpstr>4. Computer Vision</vt:lpstr>
      <vt:lpstr>5. Robotics &amp; Automation</vt:lpstr>
      <vt:lpstr>6. Reinforcement Learning (RL)</vt:lpstr>
      <vt:lpstr>7. Speech Recognition &amp; AI Voice Assistants</vt:lpstr>
      <vt:lpstr>Why Python for AI &amp; ML?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in AI &amp; ML</dc:title>
  <dc:subject/>
  <dc:creator/>
  <cp:keywords/>
  <dc:description>generated using python-pptx</dc:description>
  <cp:lastModifiedBy>hi</cp:lastModifiedBy>
  <cp:revision>9</cp:revision>
  <dcterms:created xsi:type="dcterms:W3CDTF">2013-01-27T09:14:16Z</dcterms:created>
  <dcterms:modified xsi:type="dcterms:W3CDTF">2025-02-02T07:34:18Z</dcterms:modified>
  <cp:category/>
</cp:coreProperties>
</file>