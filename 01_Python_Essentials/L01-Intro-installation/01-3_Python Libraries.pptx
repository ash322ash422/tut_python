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7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&amp; Its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Exploring various Python libraries and their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Science &amp; Machine </a:t>
            </a:r>
            <a:r>
              <a:rPr dirty="0" smtClean="0"/>
              <a:t>Learning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NumPy - Numerical computing (arrays, matrix ops)</a:t>
            </a:r>
          </a:p>
          <a:p>
            <a:r>
              <a:rPr sz="1800"/>
              <a:t>Pandas - Data manipulation (DataFrames, structured data)</a:t>
            </a:r>
          </a:p>
          <a:p>
            <a:r>
              <a:rPr sz="1800"/>
              <a:t>Matplotlib - Data visualization (2D plotting)</a:t>
            </a:r>
          </a:p>
          <a:p>
            <a:r>
              <a:rPr sz="1800"/>
              <a:t>Scikit-learn - ML models (classification, clustering)</a:t>
            </a:r>
          </a:p>
          <a:p>
            <a:r>
              <a:rPr sz="1800"/>
              <a:t>TensorFlow - Deep learning (neural networks, AI models)</a:t>
            </a:r>
          </a:p>
          <a:p>
            <a:r>
              <a:rPr sz="1800"/>
              <a:t>PyTorch - Deep learning (dynamic computation graphs)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Web </a:t>
            </a:r>
            <a:r>
              <a:rPr dirty="0" smtClean="0"/>
              <a:t>Development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Django - Full-stack web framework (secure, scalable)</a:t>
            </a:r>
          </a:p>
          <a:p>
            <a:r>
              <a:rPr sz="1800"/>
              <a:t>Flask - Lightweight web framework (minimalistic, APIs)</a:t>
            </a:r>
          </a:p>
          <a:p>
            <a:r>
              <a:rPr sz="1800"/>
              <a:t>FastAPI - High-performance API development</a:t>
            </a:r>
          </a:p>
          <a:p>
            <a:r>
              <a:rPr sz="1800"/>
              <a:t>BeautifulSoup - Web scraping (HTML/XML parsing)</a:t>
            </a:r>
          </a:p>
          <a:p>
            <a:r>
              <a:rPr sz="1800"/>
              <a:t>Scrapy - Advanced web scraping &amp; crawling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Automation &amp; </a:t>
            </a:r>
            <a:r>
              <a:rPr dirty="0" smtClean="0"/>
              <a:t>Scripting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OS Module - System operations (file handling, processes)</a:t>
            </a:r>
          </a:p>
          <a:p>
            <a:r>
              <a:rPr sz="1800"/>
              <a:t>Shutil - File operations (copy, move, delete)</a:t>
            </a:r>
          </a:p>
          <a:p>
            <a:r>
              <a:rPr sz="1800"/>
              <a:t>Requests - HTTP requests (web interactions, APIs)</a:t>
            </a:r>
          </a:p>
          <a:p>
            <a:r>
              <a:rPr sz="1800"/>
              <a:t>Selenium - Browser automation (UI interactions)</a:t>
            </a:r>
          </a:p>
          <a:p>
            <a:r>
              <a:rPr sz="1800"/>
              <a:t>PyAutoGUI - GUI automation (mouse clicks, keystrokes)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Cybersecurity &amp; Ethical </a:t>
            </a:r>
            <a:r>
              <a:rPr dirty="0" smtClean="0"/>
              <a:t>Hacking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Scapy - Network packet manipulation (sniffing, packet crafting)</a:t>
            </a:r>
          </a:p>
          <a:p>
            <a:r>
              <a:rPr sz="1800"/>
              <a:t>PyCrypto - Cryptography (encryption, hashing)</a:t>
            </a:r>
          </a:p>
          <a:p>
            <a:r>
              <a:rPr sz="1800"/>
              <a:t>Paramiko - SSH automation (secure remote access)</a:t>
            </a:r>
          </a:p>
          <a:p>
            <a:r>
              <a:rPr sz="1800"/>
              <a:t>Requests - HTTP attack simulation (API testing)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Game </a:t>
            </a:r>
            <a:r>
              <a:rPr dirty="0" smtClean="0"/>
              <a:t>Development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Pygame - 2D game development (sprites, loops)</a:t>
            </a:r>
          </a:p>
          <a:p>
            <a:r>
              <a:rPr sz="1800"/>
              <a:t>Panda3D - 3D game engine (graphics, physics)</a:t>
            </a:r>
          </a:p>
          <a:p>
            <a:r>
              <a:rPr sz="1800"/>
              <a:t>Arcade - Modern game framework (simplified game dev)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</a:t>
            </a:r>
            <a:r>
              <a:rPr dirty="0" smtClean="0"/>
              <a:t>Visualization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Matplotlib - Basic plotting (line, bar, scatter)</a:t>
            </a:r>
          </a:p>
          <a:p>
            <a:r>
              <a:rPr sz="1800"/>
              <a:t>Seaborn - Statistical visualization (heatmaps, distribution plots)</a:t>
            </a:r>
          </a:p>
          <a:p>
            <a:r>
              <a:rPr sz="1800"/>
              <a:t>Plotly - Interactive web-based visualizations</a:t>
            </a:r>
          </a:p>
          <a:p>
            <a:r>
              <a:rPr sz="1800"/>
              <a:t>Bokeh - Real-time, interactive data plots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IoT</a:t>
            </a:r>
            <a:r>
              <a:rPr dirty="0"/>
              <a:t> &amp; Hardware </a:t>
            </a:r>
            <a:r>
              <a:rPr dirty="0" smtClean="0"/>
              <a:t>Control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RPi.GPIO - Raspberry Pi control (GPIO pin interaction)</a:t>
            </a:r>
          </a:p>
          <a:p>
            <a:r>
              <a:rPr sz="1800"/>
              <a:t>PySerial - Serial communication (hardware control via USB)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Finance &amp; </a:t>
            </a:r>
            <a:r>
              <a:rPr dirty="0" smtClean="0"/>
              <a:t>Fintech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QuantLib - Financial modeling (risk analysis, options pricing)</a:t>
            </a:r>
          </a:p>
          <a:p>
            <a:r>
              <a:rPr sz="1800"/>
              <a:t>TA-Lib - Technical analysis (stock market indicators)</a:t>
            </a:r>
          </a:p>
          <a:p>
            <a:r>
              <a:rPr sz="1800"/>
              <a:t>yfinance - Fetches Yahoo Finance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Robotics &amp; AI </a:t>
            </a:r>
            <a:r>
              <a:rPr dirty="0" smtClean="0"/>
              <a:t>Agents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PyRobot - AI-powered robotics (deep learning integration)</a:t>
            </a:r>
          </a:p>
          <a:p>
            <a:r>
              <a:rPr sz="1800"/>
              <a:t>ROS - Robotics middleware (hardware &amp; software communication)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Python &amp; Its </a:t>
            </a:r>
            <a:r>
              <a:rPr/>
              <a:t>Libraries</a:t>
            </a:r>
            <a:r>
              <a:rPr smtClean="0"/>
              <a:t>?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✅ Open-source &amp; free</a:t>
            </a:r>
          </a:p>
          <a:p>
            <a:r>
              <a:rPr sz="1800"/>
              <a:t>✅ Versatile for multiple domains</a:t>
            </a:r>
          </a:p>
          <a:p>
            <a:r>
              <a:rPr sz="1800"/>
              <a:t>✅ Strong community support</a:t>
            </a:r>
          </a:p>
          <a:p>
            <a:r>
              <a:rPr sz="1800"/>
              <a:t>✅ Easy to learn and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377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Python &amp; Its Libraries</vt:lpstr>
      <vt:lpstr>Data Science &amp; Machine Learning</vt:lpstr>
      <vt:lpstr>Web Development</vt:lpstr>
      <vt:lpstr>Automation &amp; Scripting</vt:lpstr>
      <vt:lpstr>Cybersecurity &amp; Ethical Hacking</vt:lpstr>
      <vt:lpstr>Game Development</vt:lpstr>
      <vt:lpstr>Data Visualization</vt:lpstr>
      <vt:lpstr>IoT &amp; Hardware Control</vt:lpstr>
      <vt:lpstr>Finance &amp; Fintech</vt:lpstr>
      <vt:lpstr>Robotics &amp; AI Agents</vt:lpstr>
      <vt:lpstr>Why Python &amp; Its Libraries?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Its Libraries</dc:title>
  <dc:subject/>
  <dc:creator/>
  <cp:keywords/>
  <dc:description>generated using python-pptx</dc:description>
  <cp:lastModifiedBy>hi</cp:lastModifiedBy>
  <cp:revision>7</cp:revision>
  <dcterms:created xsi:type="dcterms:W3CDTF">2013-01-27T09:14:16Z</dcterms:created>
  <dcterms:modified xsi:type="dcterms:W3CDTF">2025-02-02T09:45:24Z</dcterms:modified>
  <cp:category/>
</cp:coreProperties>
</file>