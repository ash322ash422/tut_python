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2"/>
    <p:sldId id="26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22" autoAdjust="0"/>
    <p:restoredTop sz="90194" autoAdjust="0"/>
  </p:normalViewPr>
  <p:slideViewPr>
    <p:cSldViewPr snapToGrid="0">
      <p:cViewPr varScale="1">
        <p:scale>
          <a:sx n="100" d="100"/>
          <a:sy n="100" d="100"/>
        </p:scale>
        <p:origin x="12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4871E-3672-42BE-BBA1-0BAFEE55553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EC57A-C70D-4C56-92FA-51F20B72E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093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D3EAC-24D1-44C0-2B5F-95DBBB91C7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542032"/>
            <a:ext cx="9857173" cy="876047"/>
          </a:xfrm>
        </p:spPr>
        <p:txBody>
          <a:bodyPr>
            <a:normAutofit fontScale="90000"/>
          </a:bodyPr>
          <a:lstStyle/>
          <a:p>
            <a:r>
              <a:rPr lang="en-US" dirty="0"/>
              <a:t>Python: Installation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9010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4C0A1-4C72-98C9-2DC7-815FCD5E8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E739C-2BC0-2C1B-1F04-8301B9FB3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494"/>
            <a:ext cx="4559710" cy="637762"/>
          </a:xfrm>
        </p:spPr>
        <p:txBody>
          <a:bodyPr>
            <a:normAutofit/>
          </a:bodyPr>
          <a:lstStyle/>
          <a:p>
            <a:r>
              <a:rPr lang="en-US" sz="3200" b="1" dirty="0"/>
              <a:t>Installation of Python</a:t>
            </a:r>
            <a:endParaRPr lang="en-IN" sz="3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F40AAA-201F-DC01-00DA-6E5D045593FA}"/>
              </a:ext>
            </a:extLst>
          </p:cNvPr>
          <p:cNvSpPr txBox="1"/>
          <p:nvPr/>
        </p:nvSpPr>
        <p:spPr>
          <a:xfrm>
            <a:off x="182880" y="647992"/>
            <a:ext cx="83139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Goto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https://www.python.org/downloads/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E3338B-1C1F-3E83-BBDA-2017289F2A13}"/>
              </a:ext>
            </a:extLst>
          </p:cNvPr>
          <p:cNvSpPr txBox="1"/>
          <p:nvPr/>
        </p:nvSpPr>
        <p:spPr>
          <a:xfrm>
            <a:off x="200024" y="1609636"/>
            <a:ext cx="286702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can click 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download python(on top) and it will download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ltest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python.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can also download older version: Scroll down for that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9866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118</TotalTime>
  <Words>46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Python: Installation</vt:lpstr>
      <vt:lpstr>Installation of Python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40</cp:revision>
  <dcterms:created xsi:type="dcterms:W3CDTF">2025-09-22T02:44:38Z</dcterms:created>
  <dcterms:modified xsi:type="dcterms:W3CDTF">2026-01-07T19:21:00Z</dcterms:modified>
</cp:coreProperties>
</file>