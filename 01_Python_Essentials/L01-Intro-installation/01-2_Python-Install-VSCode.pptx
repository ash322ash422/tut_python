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handoutMasterIdLst>
    <p:handoutMasterId r:id="rId11"/>
  </p:handoutMasterIdLst>
  <p:sldIdLst>
    <p:sldId id="270" r:id="rId2"/>
    <p:sldId id="262" r:id="rId3"/>
    <p:sldId id="263" r:id="rId4"/>
    <p:sldId id="264" r:id="rId5"/>
    <p:sldId id="274" r:id="rId6"/>
    <p:sldId id="271" r:id="rId7"/>
    <p:sldId id="272" r:id="rId8"/>
    <p:sldId id="27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222" autoAdjust="0"/>
    <p:restoredTop sz="90194" autoAdjust="0"/>
  </p:normalViewPr>
  <p:slideViewPr>
    <p:cSldViewPr snapToGrid="0">
      <p:cViewPr varScale="1">
        <p:scale>
          <a:sx n="100" d="100"/>
          <a:sy n="100" d="100"/>
        </p:scale>
        <p:origin x="120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3T06:45:14.24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1 369 24575,'1'17'0,"0"-1"0,2 0 0,0 0 0,1 0 0,0-1 0,1 1 0,14 27 0,62 99 0,-76-134 0,-4-6 0,1 0 0,-1 0 0,0 0 0,1 0 0,-1-1 0,1 1 0,0 0 0,0-1 0,-1 0 0,1 1 0,0-1 0,0 0 0,0 0 0,1 0 0,-1 0 0,0 0 0,0-1 0,0 1 0,1 0 0,-1-1 0,0 0 0,0 0 0,1 0 0,-1 0 0,0 0 0,1 0 0,-1 0 0,0-1 0,5 0 0,4-3 0,1-1 0,-1 0 0,0 0 0,17-12 0,-3 2 0,30-19 0,0-2 0,63-55 0,-7 13 0,-73 53 0,50-42 0,-55 41 0,2 1 0,1 2 0,64-32 0,-50 29 0,58-40 0,-22 16 118,-32 21-1601,-26 12-5343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3T06:45:24.90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1 452 24575,'6'1'0,"-1"0"0,1 0 0,0 1 0,-1 0 0,1 0 0,-1 0 0,0 0 0,1 1 0,-1 0 0,0 0 0,-1 0 0,1 1 0,-1 0 0,1 0 0,-1 0 0,6 8 0,-5-6 0,0-1 0,0 0 0,0 0 0,1-1 0,0 1 0,0-1 0,0-1 0,0 1 0,0-1 0,1 0 0,8 3 0,-8-5 0,1-1 0,0 0 0,0 0 0,-1 0 0,1-1 0,0 0 0,-1 0 0,1-1 0,0 0 0,-1-1 0,0 1 0,0-1 0,0-1 0,0 1 0,0-1 0,-1-1 0,1 1 0,9-10 0,11-10 0,-1-2 0,39-49 0,-42 47 0,68-77-27,101-127-1311,-178 213-5488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3T06:45:52.99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1 176 24575,'2'17'0,"1"-1"0,0 0 0,2 0 0,0 0 0,0-1 0,2 0 0,0 0 0,13 22 0,3 7 0,-22-42 0,0 1 0,1-1 0,-1 0 0,0 0 0,1 0 0,0 0 0,-1 0 0,1-1 0,0 1 0,0 0 0,0-1 0,0 1 0,0-1 0,1 0 0,-1 0 0,0 0 0,0 0 0,1 0 0,-1 0 0,1-1 0,-1 1 0,1-1 0,-1 1 0,1-1 0,-1 0 0,1 0 0,-1 0 0,1-1 0,-1 1 0,1 0 0,-1-1 0,3-1 0,9-2 0,0-1 0,-1 0 0,0-1 0,18-11 0,-20 11 0,43-27 0,-1-3 0,63-55 0,-59 44 0,72-45 0,-52 45-1365,-41 24-5461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3T06:45:54.891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1 303 24575,'1'0'0,"0"-1"0,0 0 0,0 0 0,0 0 0,0 1 0,0-1 0,0 0 0,0 1 0,0-1 0,1 1 0,-1 0 0,0-1 0,0 1 0,1 0 0,-1 0 0,0-1 0,0 1 0,1 0 0,-1 0 0,0 1 0,1-1 0,-1 0 0,0 0 0,0 1 0,1-1 0,-1 0 0,0 1 0,0 0 0,0-1 0,0 1 0,1-1 0,-1 1 0,0 0 0,0 0 0,0 0 0,-1 0 0,1 0 0,1 1 0,30 42 0,-30-41 0,46 89 0,-34-61 0,2-1 0,1 0 0,24 30 0,-38-56 0,1 0 0,0-1 0,0 1 0,0-1 0,0 0 0,0-1 0,1 1 0,-1-1 0,1 1 0,-1-2 0,1 1 0,0 0 0,0-1 0,0 0 0,0 0 0,9 1 0,4-2 0,0 0 0,1-1 0,23-4 0,25-6 0,-1-4 0,-1-2 0,68-29 0,191-93 0,-117 46 0,-10 14-47,-41 18-612,159-88 0,-279 127-6167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3T06:45:56.96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1 665 24575,'1'10'0,"1"0"0,1 0 0,0-1 0,0 0 0,1 1 0,0-1 0,1-1 0,7 13 0,3 6 0,25 60 0,-23-47 0,1 0 0,26 37 0,-43-76 0,0 0 0,0 0 0,0 0 0,0 0 0,0 0 0,1-1 0,-1 1 0,0 0 0,0-1 0,1 1 0,-1-1 0,0 1 0,1-1 0,-1 0 0,1 0 0,-1 1 0,0-1 0,1 0 0,-1 0 0,1 0 0,-1-1 0,1 1 0,-1 0 0,0 0 0,1-1 0,-1 1 0,0-1 0,1 1 0,-1-1 0,0 0 0,2-1 0,50-31 0,-38 23 0,339-209 0,9 15 0,447-179 0,-426 220-1365,-327 140-5461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3T06:46:11.858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1 465 24575,'0'0'0,"0"0"0,0-1 0,0 1 0,0-1 0,0 1 0,0 0 0,0-1 0,0 1 0,0-1 0,0 1 0,0 0 0,1-1 0,-1 1 0,0-1 0,0 1 0,0 0 0,1-1 0,-1 1 0,0 0 0,0-1 0,1 1 0,-1 0 0,0 0 0,1-1 0,-1 1 0,0 0 0,1 0 0,-1 0 0,1-1 0,-1 1 0,0 0 0,1 0 0,-1 0 0,1 0 0,-1 0 0,0 0 0,1 0 0,22 5 0,16 16 0,-30-11 0,0 0 0,0 1 0,-1 0 0,10 16 0,-12-16 0,1 0 0,0-1 0,1 0 0,0-1 0,18 17 0,-23-24 0,0 0 0,0 0 0,1 0 0,-1 0 0,1-1 0,-1 0 0,1 1 0,-1-1 0,1-1 0,0 1 0,0 0 0,-1-1 0,1 0 0,0 0 0,0 0 0,-1 0 0,1-1 0,0 1 0,0-1 0,-1 0 0,1 0 0,-1 0 0,1-1 0,3-2 0,3-2 0,0-1 0,-1 0 0,0 0 0,0-1 0,-1-1 0,0 1 0,0-1 0,-1-1 0,0 1 0,-1-1 0,6-11 0,-2 3 0,2 1 0,18-21 0,112-127 22,-92 103-485,3 1 1,99-86 0,-134 133-6364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3T06:47:03.58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1 636 24575,'0'0'0,"0"-1"0,0 1 0,0-1 0,0 1 0,0-1 0,1 0 0,-1 1 0,0-1 0,0 1 0,1-1 0,-1 1 0,0-1 0,1 1 0,-1-1 0,1 1 0,-1 0 0,1-1 0,-1 1 0,0 0 0,1-1 0,-1 1 0,1 0 0,0-1 0,-1 1 0,1 0 0,-1 0 0,1 0 0,-1-1 0,1 1 0,-1 0 0,1 0 0,0 0 0,-1 0 0,1 0 0,-1 0 0,1 0 0,0 0 0,-1 0 0,1 1 0,-1-1 0,1 0 0,-1 0 0,2 1 0,25 10 0,-9 5 0,-1 0 0,-1 1 0,0 0 0,-1 2 0,-2 0 0,1 0 0,18 39 0,-17-29 0,2-1 0,1-1 0,31 35 0,-45-57 0,1 1 0,0-2 0,0 1 0,0-1 0,1 1 0,-1-1 0,1-1 0,0 1 0,12 4 0,-14-7 0,0 0 0,1-1 0,-1 0 0,0 1 0,0-2 0,1 1 0,-1 0 0,0-1 0,0 0 0,0 0 0,0 0 0,0 0 0,0-1 0,0 1 0,0-1 0,0 0 0,4-3 0,25-17 0,-2-2 0,0-1 0,51-54 0,0 1 0,-50 47 0,30-37 0,-44 46 0,1 0 0,1 2 0,1 0 0,1 1 0,27-18 0,30-16 0,74-66 0,-1-1 0,-93 78 0,151-115 0,-187 137-1365,-5 1-5461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3T06:47:55.41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1 711 24575,'3'1'0,"0"-1"0,1 1 0,-1 0 0,0 0 0,0 0 0,0 0 0,0 0 0,0 1 0,0-1 0,0 1 0,0 0 0,0 0 0,-1 0 0,1 0 0,-1 0 0,0 1 0,4 4 0,37 57 0,-17-23 0,-1-6 0,-17-22 0,0-1 0,1 0 0,1 0 0,0-1 0,0 0 0,16 11 0,-23-20 0,-1-1 0,1 0 0,0 0 0,0 0 0,0 0 0,-1-1 0,1 1 0,0-1 0,0 1 0,0-1 0,0 0 0,0 0 0,0-1 0,0 1 0,0 0 0,0-1 0,0 0 0,0 0 0,0 0 0,-1 0 0,1 0 0,0-1 0,-1 1 0,3-2 0,9-6 0,0-1 0,-1 0 0,13-12 0,-18 15 0,34-35 0,-1-1 0,43-61 0,-39 48 0,-16 24 0,49-44 0,-50 52 0,-2-2 0,45-55 0,-44 46 16,1 1 0,2 1 0,1 2 0,47-37 0,148-91-625,-158 114-227,-32 20-5990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0F4871E-3672-42BE-BBA1-0BAFEE555536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7EC57A-C70D-4C56-92FA-51F20B72EE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80932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code.visualstudio.com/download" TargetMode="External"/><Relationship Id="rId7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.xml"/><Relationship Id="rId5" Type="http://schemas.openxmlformats.org/officeDocument/2006/relationships/image" Target="../media/image3.png"/><Relationship Id="rId4" Type="http://schemas.openxmlformats.org/officeDocument/2006/relationships/customXml" Target="../ink/ink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customXml" Target="../ink/ink3.xml"/><Relationship Id="rId7" Type="http://schemas.openxmlformats.org/officeDocument/2006/relationships/customXml" Target="../ink/ink5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customXml" Target="../ink/ink4.xml"/><Relationship Id="rId10" Type="http://schemas.openxmlformats.org/officeDocument/2006/relationships/image" Target="../media/image9.png"/><Relationship Id="rId4" Type="http://schemas.openxmlformats.org/officeDocument/2006/relationships/image" Target="../media/image6.png"/><Relationship Id="rId9" Type="http://schemas.openxmlformats.org/officeDocument/2006/relationships/customXml" Target="../ink/ink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ustomXml" Target="../ink/ink7.xm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ustomXml" Target="../ink/ink8.xm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7D3EAC-24D1-44C0-2B5F-95DBBB91C7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66799" y="2379217"/>
            <a:ext cx="9857173" cy="1049783"/>
          </a:xfrm>
        </p:spPr>
        <p:txBody>
          <a:bodyPr>
            <a:normAutofit/>
          </a:bodyPr>
          <a:lstStyle/>
          <a:p>
            <a:r>
              <a:rPr lang="en-US" dirty="0"/>
              <a:t>Installation – VS Code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924305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F71500-2090-4BD0-84D8-90AD88385C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7981"/>
            <a:ext cx="10515600" cy="618101"/>
          </a:xfrm>
        </p:spPr>
        <p:txBody>
          <a:bodyPr>
            <a:normAutofit fontScale="90000"/>
          </a:bodyPr>
          <a:lstStyle/>
          <a:p>
            <a:r>
              <a:rPr lang="en-US" dirty="0"/>
              <a:t>Installation of VS Code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DD8DBAC-4DF3-D5B2-A8BB-D944489F97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8686" y="685808"/>
            <a:ext cx="7223187" cy="584393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DE5EEF2-5B0C-39B0-D85B-54748EDD787C}"/>
              </a:ext>
            </a:extLst>
          </p:cNvPr>
          <p:cNvSpPr txBox="1"/>
          <p:nvPr/>
        </p:nvSpPr>
        <p:spPr>
          <a:xfrm>
            <a:off x="29717" y="1636098"/>
            <a:ext cx="4694683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To install </a:t>
            </a:r>
            <a:r>
              <a:rPr lang="en-IN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VSCode</a:t>
            </a: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 </a:t>
            </a: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https://code.visualstudio.com/download</a:t>
            </a:r>
            <a:endParaRPr lang="en-IN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endParaRPr lang="en-IN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Click on </a:t>
            </a:r>
            <a:r>
              <a:rPr lang="en-IN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Download for windows.</a:t>
            </a: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This would install </a:t>
            </a:r>
            <a:r>
              <a:rPr lang="en-IN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Vscode</a:t>
            </a: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that is approx. 100MB in size. Double click on this downloaded file. </a:t>
            </a:r>
          </a:p>
          <a:p>
            <a:pPr marL="342900" indent="-342900">
              <a:buAutoNum type="arabicPeriod"/>
            </a:pPr>
            <a:endParaRPr lang="en-IN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AutoNum type="arabicPeriod"/>
            </a:pPr>
            <a:endParaRPr lang="en-IN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You will see a message that is displayed on RHS. Select </a:t>
            </a:r>
            <a:r>
              <a:rPr lang="en-IN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 accept the agreement</a:t>
            </a: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and then click </a:t>
            </a:r>
            <a:r>
              <a:rPr lang="en-IN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Next</a:t>
            </a: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  <a:endParaRPr lang="en-IN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87DC21A7-853E-D6FC-0D64-5FABA82B4399}"/>
                  </a:ext>
                </a:extLst>
              </p14:cNvPr>
              <p14:cNvContentPartPr/>
              <p14:nvPr/>
            </p14:nvContentPartPr>
            <p14:xfrm>
              <a:off x="7257915" y="5248815"/>
              <a:ext cx="462240" cy="25272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87DC21A7-853E-D6FC-0D64-5FABA82B439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240275" y="5230815"/>
                <a:ext cx="497880" cy="288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796A0BE8-90C8-A240-D49A-2EE27D52032F}"/>
                  </a:ext>
                </a:extLst>
              </p14:cNvPr>
              <p14:cNvContentPartPr/>
              <p14:nvPr/>
            </p14:nvContentPartPr>
            <p14:xfrm>
              <a:off x="10372635" y="5837775"/>
              <a:ext cx="272520" cy="20160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796A0BE8-90C8-A240-D49A-2EE27D52032F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0354995" y="5820135"/>
                <a:ext cx="308160" cy="237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787583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A9CDB2-B77C-F024-C467-3D7E48AF67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DBA3FA-1ED7-553A-D2A9-A2138E0C01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7166" y="1071491"/>
            <a:ext cx="4817806" cy="150751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dirty="0"/>
              <a:t>Make sure you select following displayed select-box.</a:t>
            </a:r>
          </a:p>
          <a:p>
            <a:pPr marL="0" indent="0">
              <a:buNone/>
            </a:pPr>
            <a:r>
              <a:rPr lang="en-IN" sz="2400" dirty="0"/>
              <a:t>Click </a:t>
            </a:r>
            <a:r>
              <a:rPr lang="en-IN" sz="2400" b="1" dirty="0"/>
              <a:t>Next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928C916-4172-8E0C-FDC1-7DBB7D7834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6300" y="651654"/>
            <a:ext cx="7459157" cy="612061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07AB8062-8B18-48F5-B330-B1AE002604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7166" y="169406"/>
            <a:ext cx="5153025" cy="618101"/>
          </a:xfrm>
        </p:spPr>
        <p:txBody>
          <a:bodyPr>
            <a:normAutofit fontScale="90000"/>
          </a:bodyPr>
          <a:lstStyle/>
          <a:p>
            <a:r>
              <a:rPr lang="en-US" dirty="0"/>
              <a:t>Installation of VS Code</a:t>
            </a:r>
            <a:endParaRPr lang="en-IN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8B2ECD9B-CDC8-72B2-E987-F3042008C886}"/>
                  </a:ext>
                </a:extLst>
              </p14:cNvPr>
              <p14:cNvContentPartPr/>
              <p14:nvPr/>
            </p14:nvContentPartPr>
            <p14:xfrm>
              <a:off x="7829235" y="4384815"/>
              <a:ext cx="277560" cy="1501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8B2ECD9B-CDC8-72B2-E987-F3042008C88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811595" y="4367175"/>
                <a:ext cx="313200" cy="18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EEF14543-95DF-2370-FA60-8BB71698948D}"/>
                  </a:ext>
                </a:extLst>
              </p14:cNvPr>
              <p14:cNvContentPartPr/>
              <p14:nvPr/>
            </p14:nvContentPartPr>
            <p14:xfrm>
              <a:off x="8715195" y="4024455"/>
              <a:ext cx="706680" cy="2300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EEF14543-95DF-2370-FA60-8BB71698948D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697555" y="4006455"/>
                <a:ext cx="742320" cy="265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368924E0-5FC5-D382-AF61-7A1B1D497DDA}"/>
                  </a:ext>
                </a:extLst>
              </p14:cNvPr>
              <p14:cNvContentPartPr/>
              <p14:nvPr/>
            </p14:nvContentPartPr>
            <p14:xfrm>
              <a:off x="7029315" y="2637015"/>
              <a:ext cx="810360" cy="37548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368924E0-5FC5-D382-AF61-7A1B1D497DDA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011675" y="2619375"/>
                <a:ext cx="846000" cy="41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1A70D1FF-933A-92CE-A15C-724EF08F64A4}"/>
                  </a:ext>
                </a:extLst>
              </p14:cNvPr>
              <p14:cNvContentPartPr/>
              <p14:nvPr/>
            </p14:nvContentPartPr>
            <p14:xfrm>
              <a:off x="10296315" y="6052335"/>
              <a:ext cx="306000" cy="23220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1A70D1FF-933A-92CE-A15C-724EF08F64A4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0278675" y="6034335"/>
                <a:ext cx="341640" cy="267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78821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208DF6-1E03-0B2C-2693-9745D68F21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0EA31FD-5EA7-AAE7-8E85-3BA50D6586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3519" y="711307"/>
            <a:ext cx="7640748" cy="6053487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9A9B5103-5A3A-4F93-0FD5-ED2B349BA1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6279" y="93206"/>
            <a:ext cx="4943475" cy="618101"/>
          </a:xfrm>
        </p:spPr>
        <p:txBody>
          <a:bodyPr>
            <a:normAutofit fontScale="90000"/>
          </a:bodyPr>
          <a:lstStyle/>
          <a:p>
            <a:r>
              <a:rPr lang="en-US" dirty="0"/>
              <a:t>Installation of VS Code</a:t>
            </a:r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DED8725-E8DA-F5B1-EB17-1A5B49B34E31}"/>
              </a:ext>
            </a:extLst>
          </p:cNvPr>
          <p:cNvSpPr txBox="1"/>
          <p:nvPr/>
        </p:nvSpPr>
        <p:spPr>
          <a:xfrm>
            <a:off x="157734" y="1521244"/>
            <a:ext cx="4328541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Now you would see following screen. </a:t>
            </a:r>
          </a:p>
          <a:p>
            <a:pPr marL="0" indent="0">
              <a:buNone/>
            </a:pPr>
            <a:endParaRPr lang="en-IN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Click </a:t>
            </a:r>
            <a:r>
              <a:rPr lang="en-IN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Install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69E0F416-346D-4DA6-7172-E43385C5E941}"/>
                  </a:ext>
                </a:extLst>
              </p14:cNvPr>
              <p14:cNvContentPartPr/>
              <p14:nvPr/>
            </p14:nvContentPartPr>
            <p14:xfrm>
              <a:off x="10020195" y="6048015"/>
              <a:ext cx="585720" cy="3657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69E0F416-346D-4DA6-7172-E43385C5E94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002555" y="6030015"/>
                <a:ext cx="621360" cy="401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780816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CD4AE1-9B3D-2AB1-4BA8-AFE2E67A82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28A4AEC2-9FB6-8D65-3F3E-3B933C78C9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734" y="121781"/>
            <a:ext cx="5100566" cy="618101"/>
          </a:xfrm>
        </p:spPr>
        <p:txBody>
          <a:bodyPr>
            <a:normAutofit fontScale="90000"/>
          </a:bodyPr>
          <a:lstStyle/>
          <a:p>
            <a:r>
              <a:rPr lang="en-US" dirty="0"/>
              <a:t>Installation of VS Code</a:t>
            </a:r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9E0E089-04D8-B5EA-E744-0FD53EAA4596}"/>
              </a:ext>
            </a:extLst>
          </p:cNvPr>
          <p:cNvSpPr txBox="1"/>
          <p:nvPr/>
        </p:nvSpPr>
        <p:spPr>
          <a:xfrm>
            <a:off x="157734" y="1521244"/>
            <a:ext cx="4385691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Now you would see following screen. </a:t>
            </a:r>
          </a:p>
          <a:p>
            <a:pPr marL="0" indent="0">
              <a:buNone/>
            </a:pPr>
            <a:endParaRPr lang="en-IN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Click </a:t>
            </a:r>
            <a:r>
              <a:rPr lang="en-IN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Finish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7FCD662-C273-FD57-C18F-36CABED43B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5051" y="942975"/>
            <a:ext cx="7353974" cy="5717043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033DC5C7-0DE8-17A2-D64C-8FABDC6E66C6}"/>
                  </a:ext>
                </a:extLst>
              </p14:cNvPr>
              <p14:cNvContentPartPr/>
              <p14:nvPr/>
            </p14:nvContentPartPr>
            <p14:xfrm>
              <a:off x="10848555" y="5811495"/>
              <a:ext cx="484920" cy="3549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033DC5C7-0DE8-17A2-D64C-8FABDC6E66C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830915" y="5793495"/>
                <a:ext cx="520560" cy="390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99346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C55D9B-CDA3-11C2-786E-2CD932BA0A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F36E1E6-845A-7019-A4A4-DCE3DCC157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1869" y="1438276"/>
            <a:ext cx="7776781" cy="4946508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F27BFD4B-39CB-00A7-4D36-2FA453B4D3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7981"/>
            <a:ext cx="10515600" cy="618101"/>
          </a:xfrm>
        </p:spPr>
        <p:txBody>
          <a:bodyPr>
            <a:normAutofit fontScale="90000"/>
          </a:bodyPr>
          <a:lstStyle/>
          <a:p>
            <a:r>
              <a:rPr lang="en-US" dirty="0"/>
              <a:t>Installation of VS Code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61BE4CB-487A-E198-8BC4-7AA74F030931}"/>
              </a:ext>
            </a:extLst>
          </p:cNvPr>
          <p:cNvSpPr txBox="1"/>
          <p:nvPr/>
        </p:nvSpPr>
        <p:spPr>
          <a:xfrm>
            <a:off x="133350" y="692140"/>
            <a:ext cx="4352925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Now we install python extension.</a:t>
            </a:r>
          </a:p>
          <a:p>
            <a:pPr marL="0" indent="0">
              <a:buNone/>
            </a:pP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Click on LHS </a:t>
            </a:r>
            <a:r>
              <a:rPr lang="en-IN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extension</a:t>
            </a: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icon. </a:t>
            </a:r>
          </a:p>
          <a:p>
            <a:pPr marL="0" indent="0">
              <a:buNone/>
            </a:pP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Type </a:t>
            </a:r>
            <a:r>
              <a:rPr lang="en-IN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python </a:t>
            </a:r>
            <a:r>
              <a:rPr lang="en-IN" sz="24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microsoft</a:t>
            </a:r>
            <a:r>
              <a:rPr lang="en-IN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</a:t>
            </a:r>
          </a:p>
          <a:p>
            <a:pPr marL="0" indent="0">
              <a:buNone/>
            </a:pP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Choose 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Python debugger by Microsoft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Python by Microsoft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Python environment by Microsoft</a:t>
            </a:r>
          </a:p>
          <a:p>
            <a:pPr marL="0" indent="0">
              <a:buNone/>
            </a:pPr>
            <a:endParaRPr lang="en-IN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It would </a:t>
            </a:r>
            <a:r>
              <a:rPr lang="en-US" sz="2400" b="0" i="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</a:rPr>
              <a:t>provide features like syntax highlighting, code formatting, debugging, and integration with different Python interpreters. Also give us ability to create virtual environ.</a:t>
            </a:r>
            <a:endParaRPr lang="en-IN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831549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F0E168-B0AB-7798-F6E9-817087EF4A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3BEC1B-87FF-F596-C5E9-AA45D09FC0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6309" y="980051"/>
            <a:ext cx="3596739" cy="440576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 err="1"/>
              <a:t>Dghsjdsd</a:t>
            </a:r>
            <a:endParaRPr lang="en-US" sz="1800" dirty="0"/>
          </a:p>
          <a:p>
            <a:pPr marL="0" indent="0">
              <a:buNone/>
            </a:pPr>
            <a:endParaRPr lang="en-IN" sz="1800" b="1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E2078790-01CD-0E9B-E3D0-BD5DDF02F6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7981"/>
            <a:ext cx="10515600" cy="618101"/>
          </a:xfrm>
        </p:spPr>
        <p:txBody>
          <a:bodyPr>
            <a:normAutofit fontScale="90000"/>
          </a:bodyPr>
          <a:lstStyle/>
          <a:p>
            <a:r>
              <a:rPr lang="en-US" dirty="0"/>
              <a:t>EXTRA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680536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B619922A-EE27-DCDA-93C2-14BBFC9FA0D1}"/>
              </a:ext>
            </a:extLst>
          </p:cNvPr>
          <p:cNvSpPr txBox="1"/>
          <p:nvPr/>
        </p:nvSpPr>
        <p:spPr>
          <a:xfrm>
            <a:off x="557784" y="697483"/>
            <a:ext cx="10387584" cy="5940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Create and activate virtual environment on VS Code</a:t>
            </a:r>
          </a:p>
          <a:p>
            <a:pPr marL="0" indent="0">
              <a:buNone/>
            </a:pPr>
            <a:endParaRPr lang="en-US" sz="28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1. Open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VSCode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and open required folder where you want your python files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2.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View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-&gt;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command palette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-&gt; type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python.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Here you will see an option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Python: Create environment.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Select this.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3. You will receive 2 options: </a:t>
            </a:r>
            <a:r>
              <a:rPr lang="en-US" sz="24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Venv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and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Conda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 I prefer </a:t>
            </a:r>
            <a:r>
              <a:rPr lang="en-US" sz="24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Venv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 Select </a:t>
            </a:r>
            <a:r>
              <a:rPr lang="en-US" sz="24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Venv</a:t>
            </a: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4. Then follow along the prompt and select python </a:t>
            </a:r>
            <a:r>
              <a:rPr lang="en-IN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interpretor</a:t>
            </a: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you want to use. </a:t>
            </a:r>
          </a:p>
          <a:p>
            <a:pPr marL="0" indent="0">
              <a:buNone/>
            </a:pP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5. Finally you would see a directory created </a:t>
            </a:r>
            <a:r>
              <a:rPr lang="en-IN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  <a:r>
              <a:rPr lang="en-IN" sz="24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venv</a:t>
            </a: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which holds all python packages/libraries/etc for your </a:t>
            </a:r>
            <a:r>
              <a:rPr lang="en-IN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venv</a:t>
            </a:r>
            <a:endParaRPr lang="en-IN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6. (OPTIONAL) To verify that the </a:t>
            </a:r>
            <a:r>
              <a:rPr lang="en-IN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VSCode</a:t>
            </a: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terminal is using virtual env python, not global, type command:</a:t>
            </a:r>
          </a:p>
          <a:p>
            <a:pPr marL="0" indent="0">
              <a:buNone/>
            </a:pPr>
            <a:r>
              <a:rPr lang="en-IN" dirty="0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 </a:t>
            </a:r>
            <a:r>
              <a:rPr lang="en-IN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Get-Command python</a:t>
            </a:r>
            <a:r>
              <a:rPr lang="en-IN" dirty="0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 For windows )</a:t>
            </a:r>
          </a:p>
          <a:p>
            <a:pPr marL="0" indent="0">
              <a:buNone/>
            </a:pPr>
            <a:r>
              <a:rPr lang="en-IN" dirty="0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 </a:t>
            </a:r>
            <a:r>
              <a:rPr lang="en-IN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which python</a:t>
            </a:r>
            <a:r>
              <a:rPr lang="en-IN" dirty="0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(for Linux)</a:t>
            </a:r>
          </a:p>
          <a:p>
            <a:pPr marL="0" indent="0">
              <a:buNone/>
            </a:pPr>
            <a:endParaRPr lang="en-IN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This should display the path of python and it should show .</a:t>
            </a:r>
            <a:r>
              <a:rPr lang="en-IN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venv</a:t>
            </a: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in its path. In case you do not get this, just close terminal and open new terminal.</a:t>
            </a:r>
          </a:p>
        </p:txBody>
      </p:sp>
    </p:spTree>
    <p:extLst>
      <p:ext uri="{BB962C8B-B14F-4D97-AF65-F5344CB8AC3E}">
        <p14:creationId xmlns:p14="http://schemas.microsoft.com/office/powerpoint/2010/main" val="8162064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1104</TotalTime>
  <Words>342</Words>
  <Application>Microsoft Office PowerPoint</Application>
  <PresentationFormat>Widescreen</PresentationFormat>
  <Paragraphs>43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Times New Roman</vt:lpstr>
      <vt:lpstr>Office Theme</vt:lpstr>
      <vt:lpstr>Installation – VS Code</vt:lpstr>
      <vt:lpstr>Installation of VS Code</vt:lpstr>
      <vt:lpstr>Installation of VS Code</vt:lpstr>
      <vt:lpstr>Installation of VS Code</vt:lpstr>
      <vt:lpstr>Installation of VS Code</vt:lpstr>
      <vt:lpstr>Installation of VS Code</vt:lpstr>
      <vt:lpstr>EXTRA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50</cp:revision>
  <dcterms:created xsi:type="dcterms:W3CDTF">2025-09-22T02:44:38Z</dcterms:created>
  <dcterms:modified xsi:type="dcterms:W3CDTF">2026-06-13T15:33:44Z</dcterms:modified>
</cp:coreProperties>
</file>