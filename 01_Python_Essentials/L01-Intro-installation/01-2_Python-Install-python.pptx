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9" r:id="rId3"/>
    <p:sldId id="267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2T12:43:19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1772 29 24575,'0'-1'0,"1"0"0,-1 0 0,1 0 0,-1 0 0,1 0 0,-1 0 0,1 0 0,0 0 0,0 0 0,0 0 0,0 0 0,-1 0 0,1 0 0,0 0 0,0 1 0,1-1 0,-1 0 0,0 1 0,0-1 0,0 1 0,0-1 0,0 1 0,1 0 0,-1 0 0,0-1 0,0 1 0,3 0 0,39-5 0,-38 5 0,66-4 0,100 8 0,-168-3 0,0-1 0,-1 1 0,1 0 0,0-1 0,0 1 0,-1 1 0,1-1 0,-1 0 0,1 1 0,-1-1 0,0 1 0,1 0 0,-1 0 0,0 0 0,0 0 0,0 0 0,0 0 0,-1 0 0,1 1 0,-1-1 0,1 1 0,-1-1 0,0 1 0,0-1 0,0 1 0,0 0 0,0 0 0,-1 0 0,1-1 0,-1 7 0,2 10 0,-1 1 0,-1-1 0,-4 32 0,1-14 0,3 7 0,-2 1 0,-2 0 0,-2-1 0,-1 0 0,-19 57 0,24-96 0,-1 1 0,0 0 0,0-1 0,0 0 0,-1 0 0,0 0 0,0 0 0,0-1 0,-1 1 0,1-1 0,-1 0 0,0 0 0,0-1 0,0 1 0,-1-1 0,-9 4 0,3-2 0,0-1 0,0 0 0,0-1 0,-1-1 0,1 0 0,-1 0 0,-15-1 0,-16-1 0,-1-3 0,-74-13 0,75 10 0,32 5 0,1-1 0,0 0 0,0 0 0,0-1 0,0 0 0,0-1 0,-11-5 0,2 0 0,-1 1 0,0 1 0,0 1 0,0 1 0,-40-4 0,30 4 0,-47-4 0,0 4 0,-112 8 0,50-1 0,-655-2 0,790 0-103,2 1 37,-1-1-1,1 0 1,0 0-1,0 0 1,0 0 0,0 0-1,0-1 1,0 1-1,0-1 1,0 0-1,0 0 1,0 0 0,1 0-1,-1-1 1,0 1-1,1-1 1,-1 0-1,-3-2 1,-5-15-6760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2T12:43:27.2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2013 0 24575,'-1'2'0,"0"-1"0,1 0 0,-1 0 0,0 0 0,0 0 0,0 0 0,0 0 0,0 0 0,0 0 0,0 0 0,0-1 0,0 1 0,0 0 0,0-1 0,0 1 0,-1 0 0,1-1 0,0 0 0,0 1 0,-1-1 0,1 0 0,0 0 0,-3 1 0,-38 5 0,39-6 0,-348 5 0,191-8 0,-1031 3 0,1180 1 0,1-1 0,0 1 0,-1 1 0,1 0 0,0 0 0,0 1 0,0 1 0,0-1 0,1 1 0,0 1 0,-16 10 0,19-11 0,0 1 0,0-1 0,0 2 0,1-1 0,0 1 0,0-1 0,1 1 0,-1 1 0,1-1 0,0 1 0,1-1 0,0 1 0,0 0 0,0 0 0,1 0 0,0 1 0,-1 7 0,-10 77-682,-1 138-1,14-197-6143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38:26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1 708 24575,'0'0'0,"0"-1"0,0 1 0,0-1 0,0 0 0,1 1 0,-1-1 0,0 0 0,1 1 0,-1-1 0,0 1 0,1-1 0,-1 1 0,0-1 0,1 1 0,-1-1 0,1 1 0,-1-1 0,1 1 0,-1 0 0,1-1 0,0 1 0,-1 0 0,1-1 0,-1 1 0,1 0 0,0 0 0,-1 0 0,1 0 0,-1-1 0,1 1 0,0 0 0,-1 0 0,1 0 0,0 0 0,-1 0 0,1 1 0,0-1 0,-1 0 0,1 0 0,-1 0 0,1 0 0,0 1 0,-1-1 0,1 0 0,-1 1 0,1-1 0,-1 0 0,2 1 0,29 16 0,-20-6 0,-1 1 0,-1 0 0,1 0 0,-2 1 0,0 0 0,-1 1 0,0-1 0,-1 1 0,0 1 0,-1-1 0,3 17 0,18 42 0,-18-50 0,15 37 0,-23-59 0,1 1 0,0 0 0,0-1 0,0 1 0,0 0 0,0-1 0,0 1 0,0-1 0,0 1 0,1-1 0,-1 0 0,1 0 0,-1 0 0,1 1 0,-1-1 0,1 0 0,0-1 0,-1 1 0,1 0 0,0 0 0,0-1 0,0 1 0,-1-1 0,1 0 0,3 1 0,4-3 0,1-1 0,0 0 0,-1 0 0,1-1 0,-1 0 0,0 0 0,0-1 0,-1 0 0,12-10 0,76-66 0,-73 60 0,312-269 0,-309 265 0,-2 0 0,0-1 0,-2-2 0,-1 0 0,33-59 0,-17 31 0,3 3 0,76-80 0,-57 67 0,16-11-1365,-42 46-5461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38:29.9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1758 107 24575,'-858'0'0,"818"-2"0,0-3 0,1-1 0,-55-16 0,-32-5 0,-222-12 0,334 37 0,1 0 0,0 1 0,-1 1 0,1 0 0,-1 0 0,1 2 0,-15 2 0,24-3 0,0 1 0,0-1 0,-1 1 0,1 0 0,0 0 0,0 1 0,1-1 0,-1 1 0,0 0 0,1 0 0,0 0 0,-1 0 0,1 1 0,1-1 0,-1 1 0,0 0 0,1-1 0,0 1 0,0 1 0,0-1 0,0 0 0,1 0 0,0 1 0,-1 4 0,-5 30 0,2 0 0,2 0 0,2 0 0,6 67 0,-1-15 0,-1 887 0,-4-542 0,3-388 0,3 0 0,17 76 0,4 26 0,-19-105 0,3-1 0,2 1 0,18 47 0,7 22 0,5-3 0,-6-18 0,-14-30 0,-9-30 0,14 66 0,-26-93 0,-1 1 0,2-1 0,-1 0 0,1 0 0,0-1 0,0 1 0,1 0 0,0-1 0,0 1 0,0-1 0,0 0 0,7 7 0,-5-8 0,-1-1 0,0 0 0,1-1 0,0 1 0,0-1 0,0 0 0,0 0 0,0 0 0,0-1 0,0 1 0,1-1 0,-1-1 0,0 1 0,11-1 0,305 25 133,-57-4-1631,-213-18-5328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38:32.4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41 24575,'53'134'0,"-39"-96"0,-11-29 0,0 0 0,0 0 0,1-1 0,0 1 0,0-1 0,1 0 0,0 0 0,1 0 0,9 10 0,-13-17 0,0 0 0,1 0 0,-1 0 0,0 0 0,0-1 0,1 1 0,-1-1 0,0 1 0,1-1 0,-1 0 0,0 0 0,1 0 0,-1 0 0,1 0 0,-1-1 0,0 1 0,1-1 0,-1 0 0,0 1 0,0-1 0,0 0 0,4-2 0,46-31 0,-48 31 0,115-95 29,-74 57-494,3 3 1,64-40-1,-88 64-6361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38:34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1 211 24575,'3'1'0,"0"0"0,0 0 0,0 0 0,0 0 0,0 1 0,0-1 0,0 1 0,0-1 0,-1 1 0,1 0 0,-1 0 0,1 0 0,3 5 0,27 34 0,-2 23 0,-26-50 0,0-1 0,1 0 0,1 0 0,15 21 0,-21-32 0,1 0 0,0-1 0,0 1 0,0-1 0,0 1 0,0-1 0,0 0 0,0 0 0,0 0 0,0 0 0,1 0 0,-1 0 0,0 0 0,1-1 0,-1 1 0,1-1 0,-1 0 0,5 0 0,46-8 0,-18-2 0,-2-1 0,1-2 0,-2-1 0,46-28 0,117-84 0,-188 121 0,221-176-1365,-187 143-5461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39:2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852 2 24575,'-147'-2'0,"-159"5"0,292-1 0,1 1 0,0 0 0,0 1 0,-22 10 0,-16 5 0,41-16 0,0 2 0,0-1 0,1 1 0,0 1 0,0-1 0,0 2 0,1-1 0,0 1 0,0 0 0,0 1 0,1 0 0,0 0 0,1 1 0,0-1 0,0 1 0,1 1 0,0-1 0,-6 17 0,0 4 0,1 1 0,2 0 0,1 1 0,1-1 0,-1 34 0,2 15 0,5-50 0,-2 0 0,-1-1 0,-2 0 0,-9 38 0,5-37 0,2 1 0,1-1 0,-2 62 0,9 97 0,2-70 0,-3 2764 0,0-2876 0,0 0 0,0-1 0,1 1 0,0 0 0,1 0 0,-1-1 0,1 1 0,0-1 0,1 0 0,0 1 0,0-1 0,0-1 0,7 11 0,-3-9 0,-1 0 0,1-1 0,0 1 0,1-1 0,0-1 0,0 1 0,0-2 0,1 1 0,11 4 0,6 1 7,0-1 0,1-1 1,0-2-1,0-1 0,52 4 0,145-10-227,-106-2-968,-84 3-5638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39:24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62 24575,'6'0'0,"1"-2"0,-1 1 0,1-1 0,-1 0 0,0 0 0,0-1 0,12-6 0,17-6 0,-7 7 0,1 2 0,0 2 0,1 0 0,-1 2 0,0 1 0,49 5 0,-7 4 0,109 26 0,-41 13 0,-51-16 0,-61-25-105,0 0-1,0-3 0,1 0 0,0-1 1,40-4-1,-44 2-625,2 0-6095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0:03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1 488 24575,'2'1'0,"0"-1"0,0 1 0,0 0 0,0-1 0,0 1 0,0 0 0,0 0 0,0 0 0,-1 0 0,1 0 0,0 1 0,-1-1 0,1 1 0,0-1 0,-1 1 0,0-1 0,1 1 0,-1 0 0,0 0 0,0-1 0,1 4 0,21 47 0,-19-40 0,6 15 0,-7-16 0,1 0 0,0 0 0,0-1 0,1 0 0,0 0 0,1 0 0,13 16 0,-17-24 0,-1-1 0,1-1 0,0 1 0,0 0 0,0 0 0,0-1 0,0 1 0,0-1 0,0 0 0,0 1 0,0-1 0,0 0 0,-1 0 0,1 0 0,0 0 0,0-1 0,0 1 0,0 0 0,0-1 0,0 0 0,0 1 0,0-1 0,0 0 0,-1 0 0,3-1 0,48-32 0,-45 28 0,181-159 0,-10 7 0,-144 131 0,154-112 0,43-23-1365,-204 145-5461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0:06.0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1 482 24575,'2'1'0,"1"-1"0,-1 1 0,1-1 0,-1 1 0,1 0 0,-1 0 0,1 0 0,-1 0 0,0 0 0,1 1 0,-1-1 0,0 1 0,0-1 0,0 1 0,0 0 0,0 0 0,-1 0 0,1 0 0,-1 0 0,1 0 0,-1 0 0,2 4 0,26 64 0,-16-36 0,56 119 0,-69-151 0,1 0 0,0 1 0,0-1 0,1 0 0,-1 0 0,0 0 0,1 0 0,-1 0 0,1-1 0,-1 1 0,1 0 0,0-1 0,0 1 0,0-1 0,0 1 0,0-1 0,0 0 0,0 0 0,0 0 0,0 0 0,1 0 0,-1-1 0,0 1 0,1-1 0,-1 1 0,0-1 0,1 0 0,-1 0 0,3 0 0,4-3 0,0 1 0,0-2 0,0 0 0,-1 0 0,0 0 0,14-10 0,193-125 0,122-73 0,18 26 0,-297 161 0,335-139 0,-311 128-1365,-56 20-5461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76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8.png"/><Relationship Id="rId1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0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542032"/>
            <a:ext cx="9857173" cy="876047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Python: Installation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739C-2BC0-2C1B-1F04-8301B9FB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</a:t>
            </a:r>
            <a:endParaRPr lang="en-IN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40AAA-201F-DC01-00DA-6E5D045593FA}"/>
              </a:ext>
            </a:extLst>
          </p:cNvPr>
          <p:cNvSpPr txBox="1"/>
          <p:nvPr/>
        </p:nvSpPr>
        <p:spPr>
          <a:xfrm>
            <a:off x="182880" y="647992"/>
            <a:ext cx="8313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Goto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https://www.python.org/downloads/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3338B-1C1F-3E83-BBDA-2017289F2A13}"/>
              </a:ext>
            </a:extLst>
          </p:cNvPr>
          <p:cNvSpPr txBox="1"/>
          <p:nvPr/>
        </p:nvSpPr>
        <p:spPr>
          <a:xfrm>
            <a:off x="200024" y="1609636"/>
            <a:ext cx="30289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click 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download python(on top) and it will download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python.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also download older version: Scroll down for that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02893-5B46-57FC-833E-8E6170803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1202309"/>
            <a:ext cx="8801101" cy="56090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C3101E-D8BA-4AAC-F191-C6B484CCBAA2}"/>
                  </a:ext>
                </a:extLst>
              </p14:cNvPr>
              <p14:cNvContentPartPr/>
              <p14:nvPr/>
            </p14:nvContentPartPr>
            <p14:xfrm>
              <a:off x="5772555" y="3199335"/>
              <a:ext cx="774000" cy="23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C3101E-D8BA-4AAC-F191-C6B484CCBA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4555" y="3181335"/>
                <a:ext cx="8096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D12D05-5824-B74F-A1C2-A8A669ED1B68}"/>
                  </a:ext>
                </a:extLst>
              </p14:cNvPr>
              <p14:cNvContentPartPr/>
              <p14:nvPr/>
            </p14:nvContentPartPr>
            <p14:xfrm>
              <a:off x="5752395" y="3181335"/>
              <a:ext cx="724680" cy="194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D12D05-5824-B74F-A1C2-A8A669ED1B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4755" y="3163335"/>
                <a:ext cx="760320" cy="2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F883-2850-3F57-52C2-922AEDDE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32C8-ED69-2495-16B1-EFCA64C1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6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253BF-080F-F698-8BB1-D1D1E2824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60" y="1512404"/>
            <a:ext cx="7490213" cy="463416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556399-FE55-C181-73C9-2B71A4C38713}"/>
              </a:ext>
            </a:extLst>
          </p:cNvPr>
          <p:cNvCxnSpPr>
            <a:cxnSpLocks/>
          </p:cNvCxnSpPr>
          <p:nvPr/>
        </p:nvCxnSpPr>
        <p:spPr>
          <a:xfrm>
            <a:off x="2916936" y="3328416"/>
            <a:ext cx="3392424" cy="2432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3619C4-4E46-AA5B-65D3-B78B4B820A14}"/>
              </a:ext>
            </a:extLst>
          </p:cNvPr>
          <p:cNvSpPr txBox="1"/>
          <p:nvPr/>
        </p:nvSpPr>
        <p:spPr>
          <a:xfrm>
            <a:off x="221742" y="1254889"/>
            <a:ext cx="38107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download is complete, double click on the downloaded file.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the check box: Add python.exe to PATH</a:t>
            </a:r>
          </a:p>
          <a:p>
            <a:pPr>
              <a:buFontTx/>
              <a:buChar char="-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Now</a:t>
            </a:r>
          </a:p>
          <a:p>
            <a:pPr>
              <a:buFontTx/>
              <a:buChar char="-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receive message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you want this app to make changes to your device ?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68550F-0A7B-80A0-04C0-344DC1A9BB37}"/>
                  </a:ext>
                </a:extLst>
              </p14:cNvPr>
              <p14:cNvContentPartPr/>
              <p14:nvPr/>
            </p14:nvContentPartPr>
            <p14:xfrm>
              <a:off x="10324755" y="3517020"/>
              <a:ext cx="480960" cy="387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68550F-0A7B-80A0-04C0-344DC1A9BB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07115" y="3499020"/>
                <a:ext cx="51660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B16C68-8DFE-8D98-C008-9C9667869A5F}"/>
                  </a:ext>
                </a:extLst>
              </p14:cNvPr>
              <p14:cNvContentPartPr/>
              <p14:nvPr/>
            </p14:nvContentPartPr>
            <p14:xfrm>
              <a:off x="6311115" y="3037860"/>
              <a:ext cx="633240" cy="112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B16C68-8DFE-8D98-C008-9C9667869A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3115" y="3020220"/>
                <a:ext cx="668880" cy="11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63F5BF-8ED5-C8A1-C919-7EE142441C97}"/>
                  </a:ext>
                </a:extLst>
              </p14:cNvPr>
              <p14:cNvContentPartPr/>
              <p14:nvPr/>
            </p14:nvContentPartPr>
            <p14:xfrm>
              <a:off x="8600715" y="5804820"/>
              <a:ext cx="208800" cy="113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63F5BF-8ED5-C8A1-C919-7EE142441C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83075" y="5786820"/>
                <a:ext cx="2444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86B4BA-503E-AE10-FC59-0338A7E28876}"/>
                  </a:ext>
                </a:extLst>
              </p14:cNvPr>
              <p14:cNvContentPartPr/>
              <p14:nvPr/>
            </p14:nvContentPartPr>
            <p14:xfrm>
              <a:off x="9791595" y="5476860"/>
              <a:ext cx="336600" cy="161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86B4BA-503E-AE10-FC59-0338A7E288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73955" y="5458860"/>
                <a:ext cx="3722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E5D5F8C-B0C9-FBB6-5588-F0B42A0D75DE}"/>
                  </a:ext>
                </a:extLst>
              </p14:cNvPr>
              <p14:cNvContentPartPr/>
              <p14:nvPr/>
            </p14:nvContentPartPr>
            <p14:xfrm>
              <a:off x="93555" y="4656780"/>
              <a:ext cx="306720" cy="1536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E5D5F8C-B0C9-FBB6-5588-F0B42A0D75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915" y="4638780"/>
                <a:ext cx="342360" cy="15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D02257-0A9C-5492-FCD5-6C8161B52EEF}"/>
                  </a:ext>
                </a:extLst>
              </p14:cNvPr>
              <p14:cNvContentPartPr/>
              <p14:nvPr/>
            </p14:nvContentPartPr>
            <p14:xfrm>
              <a:off x="1552275" y="6035580"/>
              <a:ext cx="389880" cy="52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D02257-0A9C-5492-FCD5-6C8161B52E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34635" y="6017940"/>
                <a:ext cx="42552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843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697C-3750-02F5-DC2C-D33BABFA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EC4B-0192-55D4-F539-F18960CF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6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59BF-98B9-209C-0318-4BE440F6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1" y="1009549"/>
            <a:ext cx="3114366" cy="4634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After successful installation you will see following screen.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You can click on </a:t>
            </a:r>
            <a:r>
              <a:rPr lang="en-US" sz="2400" b="1" dirty="0"/>
              <a:t>online tutorial</a:t>
            </a:r>
            <a:r>
              <a:rPr lang="en-US" sz="2400" dirty="0"/>
              <a:t> to explore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B8FDD-3084-52AC-8263-22A490967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831" y="1370730"/>
            <a:ext cx="8461755" cy="53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4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A841E-876A-27E5-260C-BF023D25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7984-5EFE-FC98-23F8-393C4FED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157331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1D378-68E2-2ED6-BDF2-72DD60F2E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86" y="2415437"/>
            <a:ext cx="11273767" cy="4155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4A4D54-77DD-9AFD-6A9F-4DD827D8AE65}"/>
              </a:ext>
            </a:extLst>
          </p:cNvPr>
          <p:cNvSpPr txBox="1"/>
          <p:nvPr/>
        </p:nvSpPr>
        <p:spPr>
          <a:xfrm>
            <a:off x="723899" y="795093"/>
            <a:ext cx="8315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verify that python is installed.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command prompt and type following command: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--version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D67AAD-8F42-7E5C-C374-6A67B427297B}"/>
                  </a:ext>
                </a:extLst>
              </p14:cNvPr>
              <p14:cNvContentPartPr/>
              <p14:nvPr/>
            </p14:nvContentPartPr>
            <p14:xfrm>
              <a:off x="4009635" y="3576975"/>
              <a:ext cx="389160" cy="25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D67AAD-8F42-7E5C-C374-6A67B42729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1995" y="3558975"/>
                <a:ext cx="4248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D632CA-0FB0-9E65-823E-B54248226E3E}"/>
                  </a:ext>
                </a:extLst>
              </p14:cNvPr>
              <p14:cNvContentPartPr/>
              <p14:nvPr/>
            </p14:nvContentPartPr>
            <p14:xfrm>
              <a:off x="3152475" y="1893255"/>
              <a:ext cx="633240" cy="293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D632CA-0FB0-9E65-823E-B54248226E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4835" y="1875255"/>
                <a:ext cx="668880" cy="32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986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146</TotalTime>
  <Words>137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Python: Installation</vt:lpstr>
      <vt:lpstr>Installation of Python</vt:lpstr>
      <vt:lpstr>Installation of Python</vt:lpstr>
      <vt:lpstr>Installation of Python</vt:lpstr>
      <vt:lpstr>Installation of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45</cp:revision>
  <dcterms:created xsi:type="dcterms:W3CDTF">2025-09-22T02:44:38Z</dcterms:created>
  <dcterms:modified xsi:type="dcterms:W3CDTF">2026-06-13T06:42:37Z</dcterms:modified>
</cp:coreProperties>
</file>