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69" r:id="rId3"/>
    <p:sldId id="267" r:id="rId4"/>
    <p:sldId id="270" r:id="rId5"/>
    <p:sldId id="27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22" autoAdjust="0"/>
    <p:restoredTop sz="90194" autoAdjust="0"/>
  </p:normalViewPr>
  <p:slideViewPr>
    <p:cSldViewPr snapToGrid="0">
      <p:cViewPr varScale="1">
        <p:scale>
          <a:sx n="100" d="100"/>
          <a:sy n="100" d="100"/>
        </p:scale>
        <p:origin x="12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F4871E-3672-42BE-BBA1-0BAFEE555536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7EC57A-C70D-4C56-92FA-51F20B72E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093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7EC57A-C70D-4C56-92FA-51F20B72EE3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276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3EAC-24D1-44C0-2B5F-95DBBB91C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542032"/>
            <a:ext cx="9857173" cy="876047"/>
          </a:xfrm>
        </p:spPr>
        <p:txBody>
          <a:bodyPr>
            <a:normAutofit fontScale="90000"/>
          </a:bodyPr>
          <a:lstStyle/>
          <a:p>
            <a:r>
              <a:rPr lang="en-US" dirty="0"/>
              <a:t>Python: Installation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901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4C0A1-4C72-98C9-2DC7-815FCD5E8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E739C-2BC0-2C1B-1F04-8301B9FB3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494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</a:t>
            </a:r>
            <a:endParaRPr lang="en-IN" sz="3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F40AAA-201F-DC01-00DA-6E5D045593FA}"/>
              </a:ext>
            </a:extLst>
          </p:cNvPr>
          <p:cNvSpPr txBox="1"/>
          <p:nvPr/>
        </p:nvSpPr>
        <p:spPr>
          <a:xfrm>
            <a:off x="182880" y="647992"/>
            <a:ext cx="83139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Goto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https://www.python.org/downloads/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E3338B-1C1F-3E83-BBDA-2017289F2A13}"/>
              </a:ext>
            </a:extLst>
          </p:cNvPr>
          <p:cNvSpPr txBox="1"/>
          <p:nvPr/>
        </p:nvSpPr>
        <p:spPr>
          <a:xfrm>
            <a:off x="200024" y="1609636"/>
            <a:ext cx="302895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click 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download python(on top) and it will download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latest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python.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also download older version: Scroll down for that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D02893-5B46-57FC-833E-8E6170803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850" y="1202309"/>
            <a:ext cx="8801101" cy="560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866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5F883-2850-3F57-52C2-922AEDDEF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32C8-ED69-2495-16B1-EFCA64C19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</a:t>
            </a:r>
            <a:endParaRPr lang="en-IN" sz="32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6253BF-080F-F698-8BB1-D1D1E2824F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60" y="1512404"/>
            <a:ext cx="7490213" cy="4634166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556399-FE55-C181-73C9-2B71A4C38713}"/>
              </a:ext>
            </a:extLst>
          </p:cNvPr>
          <p:cNvCxnSpPr>
            <a:cxnSpLocks/>
          </p:cNvCxnSpPr>
          <p:nvPr/>
        </p:nvCxnSpPr>
        <p:spPr>
          <a:xfrm>
            <a:off x="2916936" y="3328416"/>
            <a:ext cx="3392424" cy="24323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73619C4-4E46-AA5B-65D3-B78B4B820A14}"/>
              </a:ext>
            </a:extLst>
          </p:cNvPr>
          <p:cNvSpPr txBox="1"/>
          <p:nvPr/>
        </p:nvSpPr>
        <p:spPr>
          <a:xfrm>
            <a:off x="221742" y="1254889"/>
            <a:ext cx="381076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After download is complete, double click on the downloaded file.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Tx/>
              <a:buChar char="-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Select the check box: Add python.exe to PATH</a:t>
            </a:r>
          </a:p>
          <a:p>
            <a:pPr>
              <a:buFontTx/>
              <a:buChar char="-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Tx/>
              <a:buChar char="-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Click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Install Now</a:t>
            </a:r>
          </a:p>
          <a:p>
            <a:pPr>
              <a:buFontTx/>
              <a:buChar char="-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FontTx/>
              <a:buChar char="-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will receive message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you want this app to make changes to your device ?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433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697C-3750-02F5-DC2C-D33BABFAA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CEC4B-0192-55D4-F539-F18960CF7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</a:t>
            </a:r>
            <a:endParaRPr lang="en-IN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59BF-98B9-209C-0318-4BE440F69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21" y="1009549"/>
            <a:ext cx="3114366" cy="4634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After successful installation you will see following screen.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dirty="0"/>
              <a:t>You can click on </a:t>
            </a:r>
            <a:r>
              <a:rPr lang="en-US" sz="2400" b="1" dirty="0"/>
              <a:t>online tutorial</a:t>
            </a:r>
            <a:r>
              <a:rPr lang="en-US" sz="2400" dirty="0"/>
              <a:t> to explore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B8FDD-3084-52AC-8263-22A490967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831" y="1370730"/>
            <a:ext cx="8461755" cy="533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840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A841E-876A-27E5-260C-BF023D25C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7984-5EFE-FC98-23F8-393C4FED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</a:t>
            </a:r>
            <a:endParaRPr lang="en-IN" sz="32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1D378-68E2-2ED6-BDF2-72DD60F2E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27" y="2883970"/>
            <a:ext cx="10349226" cy="38148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4A4D54-77DD-9AFD-6A9F-4DD827D8AE65}"/>
              </a:ext>
            </a:extLst>
          </p:cNvPr>
          <p:cNvSpPr txBox="1"/>
          <p:nvPr/>
        </p:nvSpPr>
        <p:spPr>
          <a:xfrm>
            <a:off x="323849" y="895261"/>
            <a:ext cx="83153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we verify that python is installed.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 command prompt and type following command:</a:t>
            </a:r>
          </a:p>
          <a:p>
            <a:pPr marL="0" indent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python --version</a:t>
            </a:r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865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131</TotalTime>
  <Words>137</Words>
  <Application>Microsoft Office PowerPoint</Application>
  <PresentationFormat>Widescreen</PresentationFormat>
  <Paragraphs>26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Python: Installation</vt:lpstr>
      <vt:lpstr>Installation of Python</vt:lpstr>
      <vt:lpstr>Installation of Python</vt:lpstr>
      <vt:lpstr>Installation of Python</vt:lpstr>
      <vt:lpstr>Installation of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41</cp:revision>
  <dcterms:created xsi:type="dcterms:W3CDTF">2025-09-22T02:44:38Z</dcterms:created>
  <dcterms:modified xsi:type="dcterms:W3CDTF">2026-01-07T19:42:50Z</dcterms:modified>
</cp:coreProperties>
</file>