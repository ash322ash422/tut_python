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A671-7FFE-057F-7C3D-DE1047555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CD743-CEBF-2BB8-55B9-05CC93478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F1B3-8DDE-B933-EF94-3A693015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305AD-148A-3ABE-E688-135C216D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583F0-3601-830A-57B4-B36B00AE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6616-76ED-EFB8-C670-A4D08ACE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13B2-6700-CF9C-B195-2603AB6CE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9C457-1F23-3090-9FED-3BAE3472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80E0D-7BE7-F9EE-5569-578C4412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A3E2-8DBA-F8B2-162D-65B34CB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62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7868-B8D2-2146-52A2-DCE5EC84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58BC6-08A1-667D-EDCF-FC3D24482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5EE0A-637E-B1CA-DA0E-87D48E5A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86E5E-372A-5D11-878C-3F24D3A3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F4AD6-B5F6-6C6E-2A1C-0DE7444D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48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3178-8ACD-A38C-DE38-B6557554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C74FB-F11A-9687-2F94-626504EAF3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59AA9-0A7B-0B19-7F9E-131B99F1B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F9BA-011E-ADB0-C12D-5F631BC1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EB25D-9AD7-0D67-2965-76C57A597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5EC3-BF00-F0B5-8CC3-AEBFD1B6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3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CA9E-C95E-2BED-CE39-FB657286C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ADB31-305F-667D-3371-7D1B1D9A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802B0-4894-6181-E425-16AE8DD59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2F922-048E-88A9-DF06-8B06BFED1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2942E-A6A1-DCA0-D470-EC6E0CD0E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5ED63-1443-2CD3-441E-6045041B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7243C6-7B8F-6330-D9DA-754AC88F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006D1-52BD-7BE9-CB08-74512EEE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48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A12A-E107-C4F4-9B43-D68C5330D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3F461-7381-EE58-FDC5-EF4B9EAA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429CB-B919-8E38-A5F4-58358489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57B5B-FFE1-5F58-2E17-BCCF0C6A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5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35AE1-1CA9-8E0E-8907-1843E552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53673-EFC1-BE52-93EE-82A8E784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2E6D-210A-5DF4-91E2-C9AF7380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72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5E6E-439E-CD54-5890-E80871CD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11B37-5FD6-DE41-4E27-DB41B36D4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5C5DD-1F38-8BE4-B197-485FF620F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0876F-21BE-5D67-9EF0-4ADFB39D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F8FF8-AD8D-5726-9E7F-CE561F07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0BE74-5E8A-1629-736E-B4D4DC23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67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02D6-C288-F5CF-0A8C-929E8586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2F8F4-2CED-FE32-212D-64045EB88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ADD0B-4A28-A4BA-FF9C-B62265A34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C25C3-31A9-AB89-014E-1D502653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D804A-057F-F2C3-874D-A56CC474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40071-88EC-6F8C-3F9C-0B489FFC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1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3E0A-66D1-4FA5-AFFD-7934D1DC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94696-507C-1C69-325A-1EEB8E174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A711E-5EB7-F704-837D-80DD3DE1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FEC0-4170-2501-7962-8CC6F607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7909F-D3C7-4AFF-6FA6-69188534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61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B3E3C-2602-63EF-FC0B-7F692B44F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ED139-621F-31CB-505E-9126DDB68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A7424-B746-123A-000D-D68CF82E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647D9-218C-842C-CA51-DC0C92C7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EEF17-DDBD-66A4-5CE4-27472962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97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02736-163E-7AC6-5D45-9478B2FE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D19D5-953E-6844-AF70-B7973F2D5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7E4C4-2CD9-99F6-8B9C-78FA3BF1E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BA7AF-AFAD-449B-96C4-E0EE2CF775E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5253A-548C-1794-6046-462C7CA81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5B973-7B31-1F49-C1BF-B2E208FE7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3FEEA-9D71-4FE7-9A79-E6D83DFD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36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3564-B50C-C31F-6D70-F38559430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Python Compile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0B5CC-ECD7-60C1-0E4A-864B27657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633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DCCB-42E2-5176-F808-3A23A11F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302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 from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F74D2-FCE6-BE68-6E06-14D632FFC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989882"/>
            <a:ext cx="11749549" cy="5646892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1600" dirty="0"/>
              <a:t>Create a python file main.py whose contents are: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tring = "Welcome to Compile world"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print(String)</a:t>
            </a:r>
          </a:p>
          <a:p>
            <a:pPr marL="0" indent="0">
              <a:lnSpc>
                <a:spcPts val="1425"/>
              </a:lnSpc>
              <a:buNone/>
            </a:pPr>
            <a:endParaRPr lang="en-US" sz="1600" dirty="0"/>
          </a:p>
          <a:p>
            <a:pPr marL="0" indent="0">
              <a:lnSpc>
                <a:spcPts val="1425"/>
              </a:lnSpc>
              <a:buNone/>
            </a:pPr>
            <a:r>
              <a:rPr lang="en-US" sz="1600" b="0" dirty="0">
                <a:effectLst/>
              </a:rPr>
              <a:t>2. Create in same </a:t>
            </a:r>
            <a:r>
              <a:rPr lang="en-US" sz="1600" b="0" dirty="0" err="1">
                <a:effectLst/>
              </a:rPr>
              <a:t>dir</a:t>
            </a:r>
            <a:r>
              <a:rPr lang="en-US" sz="1600" b="0" dirty="0">
                <a:effectLst/>
              </a:rPr>
              <a:t> a file compile_main.py whose contents are:</a:t>
            </a:r>
          </a:p>
          <a:p>
            <a:pPr marL="0" indent="0">
              <a:lnSpc>
                <a:spcPts val="1425"/>
              </a:lnSpc>
              <a:buNone/>
            </a:pPr>
            <a:endParaRPr lang="en-US" sz="1600" dirty="0"/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 = open('main.py', 'r')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 = </a:t>
            </a: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f.read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f.close</a:t>
            </a: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lnSpc>
                <a:spcPts val="1425"/>
              </a:lnSpc>
              <a:buNone/>
            </a:pPr>
            <a:b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 = compile(temp, 'main.py', 'exec')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exec(code)</a:t>
            </a:r>
          </a:p>
          <a:p>
            <a:pPr marL="0" indent="0">
              <a:lnSpc>
                <a:spcPts val="1425"/>
              </a:lnSpc>
              <a:buNone/>
            </a:pPr>
            <a:endParaRPr lang="en-IN" sz="1600" b="0" dirty="0">
              <a:effectLst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IN" sz="1600" dirty="0"/>
              <a:t>3. On the command line, inside the above WD, type: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python compile_main.py</a:t>
            </a:r>
            <a:endParaRPr lang="en-IN" sz="1600" dirty="0"/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You will get following output: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IN" sz="1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Welcome to Compile world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 marL="0" indent="0">
              <a:lnSpc>
                <a:spcPts val="1425"/>
              </a:lnSpc>
              <a:buNone/>
            </a:pPr>
            <a:br>
              <a:rPr lang="en-US" sz="1600" b="0" dirty="0">
                <a:effectLst/>
              </a:rPr>
            </a:br>
            <a:endParaRPr lang="en-US" sz="1600" b="0" dirty="0">
              <a:effectLst/>
            </a:endParaRPr>
          </a:p>
          <a:p>
            <a:pPr marL="514350" indent="-514350">
              <a:buAutoNum type="arabicPeriod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1915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115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Python Compile</vt:lpstr>
      <vt:lpstr>Compile from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ash322.ash422@gmail.com</dc:creator>
  <cp:lastModifiedBy>ash322.ash422@gmail.com</cp:lastModifiedBy>
  <cp:revision>5</cp:revision>
  <dcterms:created xsi:type="dcterms:W3CDTF">2025-02-12T11:05:05Z</dcterms:created>
  <dcterms:modified xsi:type="dcterms:W3CDTF">2025-02-12T11:27:51Z</dcterms:modified>
</cp:coreProperties>
</file>