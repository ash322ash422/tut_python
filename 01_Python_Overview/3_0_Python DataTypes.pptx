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Python </a:t>
            </a:r>
            <a:r>
              <a:rPr lang="en-US" dirty="0" smtClean="0"/>
              <a:t>Data Types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95474"/>
            <a:ext cx="766822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 Types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Whole numbers: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10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Decimal numbers: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 = 10.5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complex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Complex numbers: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 = 3 + 4j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Sequence Types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 Unicode MS"/>
              </a:rPr>
              <a:t>str</a:t>
            </a:r>
            <a:r>
              <a:rPr lang="en-US" altLang="en-US" sz="1800" dirty="0"/>
              <a:t> → String: </a:t>
            </a:r>
            <a:r>
              <a:rPr lang="en-US" altLang="en-US" sz="1800" dirty="0">
                <a:latin typeface="Arial Unicode MS"/>
              </a:rPr>
              <a:t>s = "Hello"</a:t>
            </a: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list</a:t>
            </a:r>
            <a:r>
              <a:rPr lang="en-US" altLang="en-US" sz="1800" dirty="0"/>
              <a:t> → Ordered, mutable: </a:t>
            </a:r>
            <a:r>
              <a:rPr lang="en-US" altLang="en-US" sz="1800" dirty="0">
                <a:latin typeface="Arial Unicode MS"/>
              </a:rPr>
              <a:t>l = [1, 2, 3]</a:t>
            </a: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tuple</a:t>
            </a:r>
            <a:r>
              <a:rPr lang="en-US" altLang="en-US" sz="1800" dirty="0"/>
              <a:t> → Ordered, immutable: </a:t>
            </a:r>
            <a:r>
              <a:rPr lang="en-US" altLang="en-US" sz="1800" dirty="0">
                <a:latin typeface="Arial Unicode MS"/>
              </a:rPr>
              <a:t>t = (1, 2, 3</a:t>
            </a:r>
            <a:r>
              <a:rPr lang="en-US" altLang="en-US" sz="1800" dirty="0" smtClean="0">
                <a:latin typeface="Arial Unicode MS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Set Types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set</a:t>
            </a:r>
            <a:r>
              <a:rPr lang="en-US" altLang="en-US" sz="1800" dirty="0"/>
              <a:t> → Unordered, unique values: </a:t>
            </a:r>
            <a:r>
              <a:rPr lang="en-US" altLang="en-US" sz="1800" dirty="0">
                <a:latin typeface="Arial Unicode MS"/>
              </a:rPr>
              <a:t>s = {1, 2, 3}</a:t>
            </a: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 Unicode MS"/>
              </a:rPr>
              <a:t>frozenset</a:t>
            </a:r>
            <a:r>
              <a:rPr lang="en-US" altLang="en-US" sz="1800" dirty="0"/>
              <a:t> → Immutable set: </a:t>
            </a:r>
            <a:r>
              <a:rPr lang="en-US" altLang="en-US" sz="1800" dirty="0">
                <a:latin typeface="Arial Unicode MS"/>
              </a:rPr>
              <a:t>fs = </a:t>
            </a:r>
            <a:r>
              <a:rPr lang="en-US" altLang="en-US" sz="1800" dirty="0" err="1">
                <a:latin typeface="Arial Unicode MS"/>
              </a:rPr>
              <a:t>frozenset</a:t>
            </a:r>
            <a:r>
              <a:rPr lang="en-US" altLang="en-US" sz="1800" dirty="0">
                <a:latin typeface="Arial Unicode MS"/>
              </a:rPr>
              <a:t>({1, 2, 3</a:t>
            </a:r>
            <a:r>
              <a:rPr lang="en-US" altLang="en-US" sz="1800" dirty="0" smtClean="0">
                <a:latin typeface="Arial Unicode MS"/>
              </a:rPr>
              <a:t>})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Mapping Type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 Unicode MS"/>
              </a:rPr>
              <a:t>dict</a:t>
            </a:r>
            <a:r>
              <a:rPr lang="en-US" altLang="en-US" sz="1800" dirty="0"/>
              <a:t> → Key-value pairs: </a:t>
            </a:r>
            <a:r>
              <a:rPr lang="en-US" altLang="en-US" sz="1800" dirty="0">
                <a:latin typeface="Arial Unicode MS"/>
              </a:rPr>
              <a:t>d = {"a": 1, "b": 2</a:t>
            </a:r>
            <a:r>
              <a:rPr lang="en-US" altLang="en-US" sz="1800" dirty="0" smtClean="0">
                <a:latin typeface="Arial Unicode MS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Boolean Type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bool</a:t>
            </a:r>
            <a:r>
              <a:rPr lang="en-US" altLang="en-US" sz="1800" dirty="0"/>
              <a:t> → </a:t>
            </a:r>
            <a:r>
              <a:rPr lang="en-US" altLang="en-US" sz="1800" dirty="0">
                <a:latin typeface="Arial Unicode MS"/>
              </a:rPr>
              <a:t>True</a:t>
            </a:r>
            <a:r>
              <a:rPr lang="en-US" altLang="en-US" sz="1800" dirty="0"/>
              <a:t> or </a:t>
            </a:r>
            <a:r>
              <a:rPr lang="en-US" altLang="en-US" sz="1800" dirty="0">
                <a:latin typeface="Arial Unicode MS"/>
              </a:rPr>
              <a:t>False</a:t>
            </a:r>
            <a:r>
              <a:rPr lang="en-US" altLang="en-US" sz="1800" dirty="0"/>
              <a:t>: </a:t>
            </a:r>
            <a:r>
              <a:rPr lang="en-US" altLang="en-US" sz="1800" dirty="0">
                <a:latin typeface="Arial Unicode MS"/>
              </a:rPr>
              <a:t>b = </a:t>
            </a:r>
            <a:r>
              <a:rPr lang="en-US" altLang="en-US" sz="1800" dirty="0" smtClean="0">
                <a:latin typeface="Arial Unicode MS"/>
              </a:rPr>
              <a:t>True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Binary Types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/>
              </a:rPr>
              <a:t>bytes</a:t>
            </a:r>
            <a:r>
              <a:rPr lang="en-US" altLang="en-US" sz="1800" dirty="0"/>
              <a:t>, </a:t>
            </a:r>
            <a:r>
              <a:rPr lang="en-US" altLang="en-US" sz="1800" dirty="0" err="1">
                <a:latin typeface="Arial Unicode MS"/>
              </a:rPr>
              <a:t>bytearray</a:t>
            </a:r>
            <a:r>
              <a:rPr lang="en-US" altLang="en-US" sz="1800" dirty="0"/>
              <a:t>, </a:t>
            </a:r>
            <a:r>
              <a:rPr lang="en-US" altLang="en-US" sz="1800" dirty="0" err="1" smtClean="0">
                <a:latin typeface="Arial Unicode MS"/>
              </a:rPr>
              <a:t>memoryview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1299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Unicode MS</vt:lpstr>
      <vt:lpstr>Calibri</vt:lpstr>
      <vt:lpstr>Office Theme</vt:lpstr>
      <vt:lpstr>Python Data Types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Its Libraries</dc:title>
  <dc:subject/>
  <dc:creator/>
  <cp:keywords/>
  <dc:description>generated using python-pptx</dc:description>
  <cp:lastModifiedBy>hi</cp:lastModifiedBy>
  <cp:revision>10</cp:revision>
  <dcterms:created xsi:type="dcterms:W3CDTF">2013-01-27T09:14:16Z</dcterms:created>
  <dcterms:modified xsi:type="dcterms:W3CDTF">2025-02-22T05:02:30Z</dcterms:modified>
  <cp:category/>
</cp:coreProperties>
</file>