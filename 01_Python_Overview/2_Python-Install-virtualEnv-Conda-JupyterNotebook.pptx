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82" r:id="rId7"/>
    <p:sldId id="262" r:id="rId8"/>
    <p:sldId id="263" r:id="rId9"/>
    <p:sldId id="264" r:id="rId10"/>
    <p:sldId id="269" r:id="rId11"/>
    <p:sldId id="270" r:id="rId12"/>
    <p:sldId id="276" r:id="rId13"/>
    <p:sldId id="280" r:id="rId14"/>
    <p:sldId id="279" r:id="rId15"/>
    <p:sldId id="281" r:id="rId16"/>
    <p:sldId id="273" r:id="rId17"/>
    <p:sldId id="274" r:id="rId18"/>
    <p:sldId id="275" r:id="rId19"/>
    <p:sldId id="277" r:id="rId20"/>
    <p:sldId id="278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212E-664C-118D-C4AD-34653A3AB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008DA-EA61-0EFE-90E5-3DDEFE5CA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5CFF-5226-3B3E-AD81-B1CE4436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17E87-6196-540A-F9A9-064E8809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3A651-84DC-D783-9F40-BCAA1DDE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4FA3-4C9A-3840-122E-939DA7ED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827C-4770-C307-35FE-16EB8A1D9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6507E-B1A6-9AE0-3A94-110A6597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CDE7-BFA2-C40F-A767-A40A5A53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A915-DD21-60EE-85DE-850C8032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49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8BE4-23F8-9FF8-08B0-EEB30837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821C8-52BF-A048-D393-F2C0B162B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E68C-AAF4-91FD-6778-1F9ADE5F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2515-1777-B2B1-023D-19ED84F5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5E2F0-7AEF-8049-EF4C-89E64B09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4B0A-D3E8-86E1-3A5F-E8B83557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824D-DF48-8278-EC6B-D06E99101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CE61-C24D-2906-4CB2-054467717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91AD9-873A-C979-0A89-14BC439C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F96A3-EC11-CDE4-7D45-3BD8E7F8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D8F3-3D5C-3936-2C9F-0B8007D7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07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59CA-0C51-440E-7FB1-F5D0855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6F4FE-FE3A-6956-9784-B67D42332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1A8AE-88BF-BA2F-3258-287448CC2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083C6-0731-ED9F-56A7-02924B4F0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B6B1-048C-7FEE-5540-255651F3E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FF8A4-D4C6-A22D-E8BB-E9377E18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C76C3-A4A1-004C-445B-8B0CF5D7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39266-B472-769D-C085-78B237BE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0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8478-606D-38B7-A7FA-760A2374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5D233-329D-163A-F194-9CC7828E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0F692-0B98-3FAF-F611-B24DC625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537F-20E8-9FB8-2299-C6E18F22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7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E002B-AED2-AB1F-8627-3C959477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2A742-1897-E0F5-407C-88AC540F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20759-B685-6A8B-01DD-5BE619DA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C12E-F7C9-F1B7-4B20-C3541A91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00400-C00A-6F90-F3B0-A8202ADA5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8EDB2-DF7A-625B-C30C-316362E0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43564-B96D-2E96-9E71-FAA7631B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0331F-25F9-53ED-C1AF-7043E58F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0944F-4A51-ABF1-873D-43EAB1E5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9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07EF-ED54-E320-5DDB-A39D9A78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7E46D-512F-8B66-818A-BE8E3CC5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12E3E-57F6-B246-0729-88C6A8D0A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371E-D0BE-C172-4DA3-190413CA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751ED-119C-BD2A-1D77-98B8BA2F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3541F-8EF2-FF59-34AE-01106C99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3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21E-8A13-86A4-539C-BF830602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EB6A8-2B80-93A3-8CD8-CA7D330EC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906E-D2D4-B2D6-ABF1-A6F3D60F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8371-76A2-E668-2BC7-64408B7B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8D291-D0B7-2FAD-4EA8-16365E7F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9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50B98-5B85-B7B3-EA4F-096473962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689F0-D6A9-648F-ECAC-257F34A36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0506-73ED-66FC-0C27-E1E8A2FF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E7518-D0C5-2985-432C-DAF01132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81A3-EB4B-829C-6836-097F08FB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3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D4FD0-321D-80AE-9E12-6C78ABE4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F62D5-6206-0B09-A72F-679FAAA60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B826B-6275-813D-4526-6408E89B7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04FAE-4FEB-4A85-9677-97C84EB7CF4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56F97-CF3F-294E-4332-8DF67B40A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7BCF-BFE7-165D-42A4-9C11AEDDD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78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ython.org/downloads/release/python-3129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lab.sagemaker.aws/" TargetMode="External"/><Relationship Id="rId2" Type="http://schemas.openxmlformats.org/officeDocument/2006/relationships/hyperlink" Target="https://jupyter.org/try-jupyter/lab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857173" cy="3813621"/>
          </a:xfrm>
        </p:spPr>
        <p:txBody>
          <a:bodyPr>
            <a:normAutofit/>
          </a:bodyPr>
          <a:lstStyle/>
          <a:p>
            <a:r>
              <a:rPr lang="en-US" dirty="0"/>
              <a:t>Python: Installation(python, </a:t>
            </a:r>
            <a:r>
              <a:rPr lang="en-US" dirty="0" err="1"/>
              <a:t>vscode</a:t>
            </a:r>
            <a:r>
              <a:rPr lang="en-US" dirty="0"/>
              <a:t>, </a:t>
            </a:r>
            <a:r>
              <a:rPr lang="en-US" dirty="0" err="1"/>
              <a:t>virtualEnv</a:t>
            </a:r>
            <a:r>
              <a:rPr lang="en-US" dirty="0"/>
              <a:t>, anaconda)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CCF2-CE1C-5890-CF3F-724937C4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Python(p1)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26D24-2076-9724-E6BC-2C7A07658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0" y="1009549"/>
            <a:ext cx="5129981" cy="151734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1600" dirty="0"/>
              <a:t>Goto </a:t>
            </a:r>
            <a:r>
              <a:rPr lang="en-US" sz="1600" dirty="0">
                <a:hlinkClick r:id="rId2"/>
              </a:rPr>
              <a:t>https://www.python.org/downloads/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- You can click on download python(on top) and it will download </a:t>
            </a:r>
            <a:r>
              <a:rPr lang="en-US" sz="1600" b="1" dirty="0"/>
              <a:t>latest</a:t>
            </a:r>
            <a:r>
              <a:rPr lang="en-US" sz="1600" dirty="0"/>
              <a:t> python.</a:t>
            </a:r>
            <a:r>
              <a:rPr lang="en-US" sz="1600" b="1" dirty="0"/>
              <a:t> We would not do that here</a:t>
            </a:r>
          </a:p>
          <a:p>
            <a:pPr marL="0" indent="0">
              <a:buNone/>
            </a:pPr>
            <a:r>
              <a:rPr lang="en-US" sz="1600" dirty="0"/>
              <a:t>- Here I will download an older version: python3.12. Scroll down and click on </a:t>
            </a:r>
            <a:r>
              <a:rPr lang="en-US" sz="1600" b="1" dirty="0"/>
              <a:t>download</a:t>
            </a:r>
            <a:r>
              <a:rPr lang="en-US" sz="1600" dirty="0"/>
              <a:t> Python3.12.X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EF04A-ABAE-8499-DF67-BCCBA6982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607" y="350618"/>
            <a:ext cx="5129981" cy="2964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DAB774-9705-CC25-9690-1054E7168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28" y="2861188"/>
            <a:ext cx="6507453" cy="392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0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870EE-C0DD-8C39-68A0-23180944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D56E-4DAF-01B1-AA22-409164CD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86" y="266806"/>
            <a:ext cx="3218896" cy="637762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Installation of Python(p2)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6534-69AB-936F-1468-62E878FC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1" y="1009549"/>
            <a:ext cx="2413412" cy="2497131"/>
          </a:xfrm>
        </p:spPr>
        <p:txBody>
          <a:bodyPr>
            <a:normAutofit/>
          </a:bodyPr>
          <a:lstStyle/>
          <a:p>
            <a:pPr marL="342900" indent="-342900">
              <a:buAutoNum type="arabicPeriod" startAt="2"/>
            </a:pPr>
            <a:r>
              <a:rPr lang="en-US" sz="1200" dirty="0"/>
              <a:t>You will be redirected to</a:t>
            </a:r>
          </a:p>
          <a:p>
            <a:pPr marL="0" indent="0">
              <a:buNone/>
            </a:pPr>
            <a:r>
              <a:rPr lang="en-US" sz="1200" dirty="0"/>
              <a:t> </a:t>
            </a:r>
            <a:r>
              <a:rPr lang="en-US" sz="1200" dirty="0">
                <a:hlinkClick r:id="rId2"/>
              </a:rPr>
              <a:t>https://www.python.org/downloads/release/python-3129/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Click on </a:t>
            </a:r>
            <a:r>
              <a:rPr lang="en-US" sz="1200" b="1" dirty="0"/>
              <a:t>Windows Installer (64-bit)</a:t>
            </a:r>
            <a:r>
              <a:rPr lang="en-US" sz="1200" dirty="0"/>
              <a:t>, this architecture is of my computer.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This would download python in your download directory.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0360C-2D92-155C-EB27-B789B7BC3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916" y="710214"/>
            <a:ext cx="8918845" cy="496709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2210540" y="2636668"/>
            <a:ext cx="1305017" cy="1544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9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F883-2850-3F57-52C2-922AEDDE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32C8-ED69-2495-16B1-EFCA64C1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Python(p3)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4DBB-8D4A-37EB-2B21-5A13F242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1" y="1933093"/>
            <a:ext cx="3114366" cy="308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3. After download is complete, double click on the downloaded file.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Tx/>
              <a:buChar char="-"/>
            </a:pPr>
            <a:r>
              <a:rPr lang="en-US" sz="1600" b="1" dirty="0"/>
              <a:t>Select the check box: Add python.exe to PATH</a:t>
            </a:r>
          </a:p>
          <a:p>
            <a:pPr>
              <a:buFontTx/>
              <a:buChar char="-"/>
            </a:pPr>
            <a:r>
              <a:rPr lang="en-US" sz="1600" dirty="0"/>
              <a:t>Click </a:t>
            </a:r>
            <a:r>
              <a:rPr lang="en-US" sz="1600" b="1" dirty="0"/>
              <a:t>Install Now</a:t>
            </a:r>
          </a:p>
          <a:p>
            <a:pPr>
              <a:buFontTx/>
              <a:buChar char="-"/>
            </a:pPr>
            <a:r>
              <a:rPr lang="en-US" sz="1600" dirty="0"/>
              <a:t>You will receive message </a:t>
            </a:r>
            <a:r>
              <a:rPr lang="en-US" sz="1600" b="1" dirty="0"/>
              <a:t>Do you want this app to make changes to your device ? </a:t>
            </a:r>
            <a:r>
              <a:rPr lang="en-US" sz="1600" dirty="0"/>
              <a:t>Answer is </a:t>
            </a:r>
            <a:r>
              <a:rPr lang="en-US" sz="1600" b="1" dirty="0"/>
              <a:t>Yes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253BF-080F-F698-8BB1-D1D1E2824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60" y="1512404"/>
            <a:ext cx="7490213" cy="463416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556399-FE55-C181-73C9-2B71A4C38713}"/>
              </a:ext>
            </a:extLst>
          </p:cNvPr>
          <p:cNvCxnSpPr>
            <a:cxnSpLocks/>
          </p:cNvCxnSpPr>
          <p:nvPr/>
        </p:nvCxnSpPr>
        <p:spPr>
          <a:xfrm>
            <a:off x="2916936" y="3328416"/>
            <a:ext cx="3392424" cy="2432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43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697C-3750-02F5-DC2C-D33BABFA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EC4B-0192-55D4-F539-F18960CF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Python(p4)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59BF-98B9-209C-0318-4BE440F6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1" y="1009549"/>
            <a:ext cx="3114366" cy="4634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4. After successful installation you will see following screen.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You can click on </a:t>
            </a:r>
            <a:r>
              <a:rPr lang="en-US" sz="1600" b="1" dirty="0"/>
              <a:t>online tutorial</a:t>
            </a:r>
            <a:r>
              <a:rPr lang="en-US" sz="1600" dirty="0"/>
              <a:t> to explore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B8FDD-3084-52AC-8263-22A490967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929" y="1251858"/>
            <a:ext cx="7669481" cy="483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4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C316-F32B-63E4-5E8A-D4540A9D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5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VSCODE INSTALL</a:t>
            </a:r>
          </a:p>
        </p:txBody>
      </p:sp>
    </p:spTree>
    <p:extLst>
      <p:ext uri="{BB962C8B-B14F-4D97-AF65-F5344CB8AC3E}">
        <p14:creationId xmlns:p14="http://schemas.microsoft.com/office/powerpoint/2010/main" val="292078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1500-2090-4BD0-84D8-90AD8838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VSCode</a:t>
            </a:r>
            <a:r>
              <a:rPr lang="en-US" dirty="0"/>
              <a:t>(p1)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4E10-291F-3C1D-4C29-DBD4EA365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980051"/>
            <a:ext cx="4817806" cy="1507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dirty="0"/>
              <a:t>First we install </a:t>
            </a:r>
            <a:r>
              <a:rPr lang="en-IN" sz="1600" dirty="0" err="1"/>
              <a:t>VSCode</a:t>
            </a:r>
            <a:r>
              <a:rPr lang="en-IN" sz="1600" dirty="0"/>
              <a:t>: </a:t>
            </a:r>
            <a:r>
              <a:rPr lang="en-IN" sz="1600" dirty="0">
                <a:hlinkClick r:id="rId2"/>
              </a:rPr>
              <a:t>https://code.visualstudio.com/download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1. Click on </a:t>
            </a:r>
            <a:r>
              <a:rPr lang="en-IN" sz="1600" b="1" dirty="0"/>
              <a:t>Download for windows.</a:t>
            </a:r>
            <a:r>
              <a:rPr lang="en-IN" sz="1600" dirty="0"/>
              <a:t> This would install </a:t>
            </a:r>
            <a:r>
              <a:rPr lang="en-IN" sz="1600" dirty="0" err="1"/>
              <a:t>Vscode</a:t>
            </a:r>
            <a:r>
              <a:rPr lang="en-IN" sz="1600" dirty="0"/>
              <a:t> that is approx. 100MB in size. Double click on this downloaded file. </a:t>
            </a:r>
          </a:p>
          <a:p>
            <a:pPr marL="0" indent="0">
              <a:buNone/>
            </a:pPr>
            <a:r>
              <a:rPr lang="en-IN" sz="1600" dirty="0"/>
              <a:t>2. You will see a message that is displayed on RHS. Select </a:t>
            </a:r>
            <a:r>
              <a:rPr lang="en-IN" sz="1600" b="1" dirty="0"/>
              <a:t>I accept the agreement</a:t>
            </a:r>
            <a:r>
              <a:rPr lang="en-IN" sz="1600" dirty="0"/>
              <a:t> and then click </a:t>
            </a:r>
            <a:r>
              <a:rPr lang="en-IN" sz="1600" b="1" dirty="0"/>
              <a:t>Next</a:t>
            </a:r>
            <a:r>
              <a:rPr lang="en-IN" sz="1600" dirty="0"/>
              <a:t> </a:t>
            </a:r>
            <a:endParaRPr lang="en-IN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8DBAC-4DF3-D5B2-A8BB-D944489F9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591" y="1130710"/>
            <a:ext cx="6227332" cy="503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58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CDB2-B77C-F024-C467-3D7E48AF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1C1D-1DA9-5ED8-18E7-1F40508D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VSCode</a:t>
            </a:r>
            <a:r>
              <a:rPr lang="en-US" dirty="0"/>
              <a:t>(p2)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A3FA-1ED7-553A-D2A9-A2138E0C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980051"/>
            <a:ext cx="4817806" cy="1507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3. Make sure you select following displayed select-box. Click </a:t>
            </a:r>
            <a:r>
              <a:rPr lang="en-IN" sz="1600" b="1" dirty="0"/>
              <a:t>Next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8C916-4172-8E0C-FDC1-7DBB7D78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052" y="973574"/>
            <a:ext cx="6554221" cy="537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8DF6-1E03-0B2C-2693-9745D68F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192-24F1-6BE6-3FDC-CF5F73B6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VSCode</a:t>
            </a:r>
            <a:r>
              <a:rPr lang="en-US" dirty="0"/>
              <a:t>(p3)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4C9B-B553-63B1-0CEB-934A3C44B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980051"/>
            <a:ext cx="4817806" cy="1507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4. Now you would see following screen. Click </a:t>
            </a:r>
            <a:r>
              <a:rPr lang="en-IN" sz="1600" b="1" dirty="0"/>
              <a:t>Install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A31FD-5EA7-AAE7-8E85-3BA50D658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300" y="934067"/>
            <a:ext cx="6615397" cy="524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8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5D9B-CDA3-11C2-786E-2CD932BA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AB85-9960-7806-27F9-13F68D02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VSCode</a:t>
            </a:r>
            <a:r>
              <a:rPr lang="en-US" dirty="0"/>
              <a:t> (p4)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B6A63-FABB-6FB8-5B88-36F66F07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980051"/>
            <a:ext cx="3596739" cy="44057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dirty="0"/>
              <a:t>5. Now we install python extension.</a:t>
            </a:r>
          </a:p>
          <a:p>
            <a:pPr marL="0" indent="0">
              <a:buNone/>
            </a:pPr>
            <a:r>
              <a:rPr lang="en-IN" sz="1800" dirty="0"/>
              <a:t>Click on LHS </a:t>
            </a:r>
            <a:r>
              <a:rPr lang="en-IN" sz="1800" b="1" dirty="0"/>
              <a:t>extension</a:t>
            </a:r>
            <a:r>
              <a:rPr lang="en-IN" sz="1800" dirty="0"/>
              <a:t> icon. </a:t>
            </a:r>
          </a:p>
          <a:p>
            <a:pPr marL="0" indent="0">
              <a:buNone/>
            </a:pPr>
            <a:r>
              <a:rPr lang="en-IN" sz="1800" dirty="0"/>
              <a:t>Type </a:t>
            </a:r>
            <a:r>
              <a:rPr lang="en-IN" sz="1800" b="1" dirty="0"/>
              <a:t>python:</a:t>
            </a:r>
          </a:p>
          <a:p>
            <a:pPr marL="0" indent="0">
              <a:buNone/>
            </a:pPr>
            <a:r>
              <a:rPr lang="en-IN" sz="1800" dirty="0"/>
              <a:t>Choose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Python debugger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Python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Python environment by Microsoft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dirty="0"/>
              <a:t>It would p</a:t>
            </a:r>
            <a:r>
              <a:rPr lang="en-US" sz="1800" b="0" i="0" dirty="0" err="1">
                <a:effectLst/>
              </a:rPr>
              <a:t>rovide</a:t>
            </a:r>
            <a:r>
              <a:rPr lang="en-US" sz="1800" b="0" i="0" dirty="0">
                <a:effectLst/>
              </a:rPr>
              <a:t> features like syntax highlighting, code formatting, debugging, and integration with different Python interpreters. Also give us ability to create virtual environ.</a:t>
            </a:r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6E1E6-845A-7019-A4A4-DCE3DCC1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973" y="1385863"/>
            <a:ext cx="7514757" cy="477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5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EA75-5DA3-2201-751B-BD7349CA4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578"/>
            <a:ext cx="10515600" cy="360433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dirty="0"/>
              <a:t>Create and activate virtual environment on </a:t>
            </a:r>
            <a:r>
              <a:rPr lang="en-US" sz="3300" b="1" dirty="0" err="1"/>
              <a:t>Vscode</a:t>
            </a:r>
            <a:endParaRPr lang="en-US" sz="3300" b="1" dirty="0"/>
          </a:p>
          <a:p>
            <a:pPr marL="0" indent="0">
              <a:buNone/>
            </a:pPr>
            <a:endParaRPr lang="en-US" sz="3300" b="1" dirty="0"/>
          </a:p>
          <a:p>
            <a:pPr marL="0" indent="0">
              <a:buNone/>
            </a:pPr>
            <a:r>
              <a:rPr lang="en-US" dirty="0"/>
              <a:t>1. Open </a:t>
            </a:r>
            <a:r>
              <a:rPr lang="en-US" dirty="0" err="1"/>
              <a:t>VSCode</a:t>
            </a:r>
            <a:r>
              <a:rPr lang="en-US" dirty="0"/>
              <a:t> and open required folder where you want your python files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 View</a:t>
            </a:r>
            <a:r>
              <a:rPr lang="en-US" dirty="0"/>
              <a:t> -&gt; </a:t>
            </a:r>
            <a:r>
              <a:rPr lang="en-US" b="1" dirty="0"/>
              <a:t>command palette</a:t>
            </a:r>
            <a:r>
              <a:rPr lang="en-US" dirty="0"/>
              <a:t> -&gt; type </a:t>
            </a:r>
            <a:r>
              <a:rPr lang="en-US" b="1" dirty="0"/>
              <a:t>python. </a:t>
            </a:r>
            <a:r>
              <a:rPr lang="en-US" dirty="0"/>
              <a:t> Here you will see an option </a:t>
            </a:r>
            <a:r>
              <a:rPr lang="en-US" b="1" dirty="0"/>
              <a:t>Python: Create environment. </a:t>
            </a:r>
            <a:r>
              <a:rPr lang="en-US" dirty="0"/>
              <a:t>Select this.</a:t>
            </a:r>
          </a:p>
          <a:p>
            <a:pPr marL="0" indent="0">
              <a:buNone/>
            </a:pPr>
            <a:r>
              <a:rPr lang="en-US" dirty="0"/>
              <a:t>3. You will receive 2 options: </a:t>
            </a:r>
            <a:r>
              <a:rPr lang="en-US" b="1" dirty="0" err="1"/>
              <a:t>Venv</a:t>
            </a:r>
            <a:r>
              <a:rPr lang="en-US" dirty="0"/>
              <a:t> and </a:t>
            </a:r>
            <a:r>
              <a:rPr lang="en-US" b="1" dirty="0"/>
              <a:t>Conda</a:t>
            </a:r>
            <a:r>
              <a:rPr lang="en-US" dirty="0"/>
              <a:t>. I prefer </a:t>
            </a:r>
            <a:r>
              <a:rPr lang="en-US" b="1" dirty="0" err="1"/>
              <a:t>Venv</a:t>
            </a:r>
            <a:r>
              <a:rPr lang="en-US" dirty="0"/>
              <a:t>. Select </a:t>
            </a:r>
            <a:r>
              <a:rPr lang="en-US" b="1" dirty="0" err="1"/>
              <a:t>Venv</a:t>
            </a:r>
            <a:endParaRPr lang="en-US" b="1" dirty="0"/>
          </a:p>
          <a:p>
            <a:pPr marL="0" indent="0">
              <a:buNone/>
            </a:pPr>
            <a:r>
              <a:rPr lang="en-IN" dirty="0"/>
              <a:t>4. Then follow along the prompt and select python </a:t>
            </a:r>
            <a:r>
              <a:rPr lang="en-IN" dirty="0" err="1"/>
              <a:t>interpretor</a:t>
            </a:r>
            <a:r>
              <a:rPr lang="en-IN" dirty="0"/>
              <a:t> u want to use. </a:t>
            </a:r>
          </a:p>
          <a:p>
            <a:pPr marL="0" indent="0">
              <a:buNone/>
            </a:pPr>
            <a:r>
              <a:rPr lang="en-IN" dirty="0"/>
              <a:t>5. Finally you would see a directory created </a:t>
            </a:r>
            <a:r>
              <a:rPr lang="en-IN" b="1" dirty="0"/>
              <a:t>.</a:t>
            </a:r>
            <a:r>
              <a:rPr lang="en-IN" b="1" dirty="0" err="1"/>
              <a:t>venv</a:t>
            </a:r>
            <a:r>
              <a:rPr lang="en-IN" dirty="0"/>
              <a:t> which holds all python packages/libraries/etc for your </a:t>
            </a:r>
            <a:r>
              <a:rPr lang="en-IN" dirty="0" err="1"/>
              <a:t>venv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6. (OPTIONAL) To verify that the </a:t>
            </a:r>
            <a:r>
              <a:rPr lang="en-IN" dirty="0" err="1"/>
              <a:t>VSCode</a:t>
            </a:r>
            <a:r>
              <a:rPr lang="en-IN" dirty="0"/>
              <a:t> terminal is using virtual env python, not global, type command: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Get-Command python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For windows )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python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Linux)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should display the path of python and it should show .</a:t>
            </a:r>
            <a:r>
              <a:rPr lang="en-IN" dirty="0" err="1"/>
              <a:t>venv</a:t>
            </a:r>
            <a:r>
              <a:rPr lang="en-IN" dirty="0"/>
              <a:t> in its path. In case you do not get this, just close terminal and open new terminal.</a:t>
            </a:r>
          </a:p>
        </p:txBody>
      </p:sp>
    </p:spTree>
    <p:extLst>
      <p:ext uri="{BB962C8B-B14F-4D97-AF65-F5344CB8AC3E}">
        <p14:creationId xmlns:p14="http://schemas.microsoft.com/office/powerpoint/2010/main" val="816206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951"/>
          </a:xfrm>
        </p:spPr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venv</a:t>
            </a:r>
            <a:r>
              <a:rPr lang="en-US" dirty="0"/>
              <a:t> commands: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7385"/>
          </a:xfrm>
        </p:spPr>
        <p:txBody>
          <a:bodyPr>
            <a:normAutofit/>
          </a:bodyPr>
          <a:lstStyle/>
          <a:p>
            <a:r>
              <a:rPr lang="en-US" sz="1800" dirty="0"/>
              <a:t>.\.</a:t>
            </a:r>
            <a:r>
              <a:rPr lang="en-US" sz="1800" dirty="0" err="1"/>
              <a:t>venv</a:t>
            </a:r>
            <a:r>
              <a:rPr lang="en-US" sz="1800" dirty="0"/>
              <a:t>\Scripts\python.exe -m </a:t>
            </a:r>
            <a:r>
              <a:rPr lang="en-US" sz="1800" dirty="0" err="1"/>
              <a:t>jupyter</a:t>
            </a:r>
            <a:r>
              <a:rPr lang="en-US" sz="1800" dirty="0"/>
              <a:t> notebook  (To start </a:t>
            </a:r>
            <a:r>
              <a:rPr lang="en-US" sz="1800" dirty="0" err="1"/>
              <a:t>jupyter</a:t>
            </a:r>
            <a:r>
              <a:rPr lang="en-US" sz="1800" dirty="0"/>
              <a:t> n/b via virtual env)</a:t>
            </a:r>
          </a:p>
          <a:p>
            <a:r>
              <a:rPr lang="en-US" sz="1800" dirty="0"/>
              <a:t>.\.</a:t>
            </a:r>
            <a:r>
              <a:rPr lang="en-US" sz="1800" dirty="0" err="1"/>
              <a:t>venv</a:t>
            </a:r>
            <a:r>
              <a:rPr lang="en-US" sz="1800" dirty="0"/>
              <a:t>\Scripts\python.exe -m pip install </a:t>
            </a:r>
            <a:r>
              <a:rPr lang="en-US" sz="1800" dirty="0" err="1"/>
              <a:t>jupyter</a:t>
            </a:r>
            <a:r>
              <a:rPr lang="en-US" sz="1800" dirty="0"/>
              <a:t> (To install </a:t>
            </a:r>
            <a:r>
              <a:rPr lang="en-US" sz="1800" dirty="0" err="1"/>
              <a:t>jupyter</a:t>
            </a:r>
            <a:r>
              <a:rPr lang="en-US" sz="1800" dirty="0"/>
              <a:t> n</a:t>
            </a:r>
            <a:r>
              <a:rPr lang="en-US" sz="1800"/>
              <a:t>/b)</a:t>
            </a:r>
            <a:endParaRPr lang="en-US" sz="1800" dirty="0"/>
          </a:p>
          <a:p>
            <a:r>
              <a:rPr lang="en-US" sz="1800" dirty="0"/>
              <a:t>.\.</a:t>
            </a:r>
            <a:r>
              <a:rPr lang="en-US" sz="1800" dirty="0" err="1"/>
              <a:t>venv</a:t>
            </a:r>
            <a:r>
              <a:rPr lang="en-US" sz="1800" dirty="0"/>
              <a:t>\Scripts\python.exe -m pip install &lt;package&gt;   (To install via virtual </a:t>
            </a:r>
            <a:r>
              <a:rPr lang="en-US" sz="1800" dirty="0" err="1"/>
              <a:t>env</a:t>
            </a:r>
            <a:r>
              <a:rPr lang="en-US" sz="1800" dirty="0"/>
              <a:t>)</a:t>
            </a:r>
          </a:p>
          <a:p>
            <a:r>
              <a:rPr lang="en-US" sz="1800" dirty="0"/>
              <a:t>.\.</a:t>
            </a:r>
            <a:r>
              <a:rPr lang="en-US" sz="1800" dirty="0" err="1"/>
              <a:t>venv</a:t>
            </a:r>
            <a:r>
              <a:rPr lang="en-US" sz="1800" dirty="0"/>
              <a:t>\Scripts\activate (To activate virtual </a:t>
            </a:r>
            <a:r>
              <a:rPr lang="en-US" sz="1800" dirty="0" err="1"/>
              <a:t>env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011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86" y="125428"/>
            <a:ext cx="4186562" cy="442744"/>
          </a:xfrm>
        </p:spPr>
        <p:txBody>
          <a:bodyPr>
            <a:normAutofit/>
          </a:bodyPr>
          <a:lstStyle/>
          <a:p>
            <a:r>
              <a:rPr lang="en-US" sz="2400" dirty="0"/>
              <a:t>Create virtual </a:t>
            </a:r>
            <a:r>
              <a:rPr lang="en-US" sz="2400" dirty="0" err="1"/>
              <a:t>env</a:t>
            </a:r>
            <a:r>
              <a:rPr lang="en-US" sz="2400" dirty="0"/>
              <a:t> via </a:t>
            </a:r>
            <a:r>
              <a:rPr lang="en-US" sz="2400" dirty="0" err="1"/>
              <a:t>cmd</a:t>
            </a:r>
            <a:r>
              <a:rPr lang="en-US" sz="2400" dirty="0"/>
              <a:t> line: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427" y="760299"/>
            <a:ext cx="4888493" cy="17725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To find all python on your computer: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 err="1"/>
              <a:t>py</a:t>
            </a:r>
            <a:r>
              <a:rPr lang="en-US" sz="1200" b="1" dirty="0"/>
              <a:t> -0</a:t>
            </a:r>
            <a:r>
              <a:rPr lang="en-US" sz="1200" dirty="0"/>
              <a:t>   (lists all installed versions, * in front of default)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/>
              <a:t>where python</a:t>
            </a:r>
            <a:r>
              <a:rPr lang="en-US" sz="1200" dirty="0"/>
              <a:t> (lists all Python executables in your system PATH)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/>
              <a:t>cd C:\Users\&lt;YourUsername&gt;\AppData\Local\Programs\Python</a:t>
            </a:r>
          </a:p>
          <a:p>
            <a:pPr marL="0" indent="0">
              <a:buNone/>
            </a:pPr>
            <a:r>
              <a:rPr lang="en-US" sz="1200" dirty="0"/>
              <a:t> and then run ‘</a:t>
            </a:r>
            <a:r>
              <a:rPr lang="en-US" sz="1200" b="1" dirty="0" err="1"/>
              <a:t>dir</a:t>
            </a:r>
            <a:r>
              <a:rPr lang="en-US" sz="1200" dirty="0"/>
              <a:t>’. Here all python versions will be listed</a:t>
            </a:r>
          </a:p>
          <a:p>
            <a:pPr marL="0" indent="0">
              <a:buNone/>
            </a:pPr>
            <a:r>
              <a:rPr lang="en-US" sz="1200" dirty="0"/>
              <a:t>-------------------------------------------------------------------------------------------------------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3766" y="887767"/>
            <a:ext cx="60989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 create virtual environ,. open </a:t>
            </a:r>
            <a:r>
              <a:rPr lang="en-US" sz="1200" b="1" dirty="0"/>
              <a:t>Window </a:t>
            </a:r>
            <a:r>
              <a:rPr lang="en-US" sz="1200" b="1" dirty="0" err="1"/>
              <a:t>Powershell</a:t>
            </a:r>
            <a:r>
              <a:rPr lang="en-US" sz="12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PS C:\Users\hi&gt; </a:t>
            </a:r>
            <a:r>
              <a:rPr lang="en-US" sz="1200" b="1" dirty="0" err="1"/>
              <a:t>mkdir</a:t>
            </a:r>
            <a:r>
              <a:rPr lang="en-US" sz="1200" b="1" dirty="0"/>
              <a:t> </a:t>
            </a:r>
            <a:r>
              <a:rPr lang="en-US" sz="1200" b="1" dirty="0" err="1"/>
              <a:t>gemini</a:t>
            </a:r>
            <a:endParaRPr lang="en-US" sz="1200" b="1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PS C:\Users\hi&gt; </a:t>
            </a:r>
            <a:r>
              <a:rPr lang="en-US" sz="1200" b="1" dirty="0"/>
              <a:t>cd </a:t>
            </a:r>
            <a:r>
              <a:rPr lang="en-US" sz="1200" b="1" dirty="0" err="1"/>
              <a:t>gemini</a:t>
            </a:r>
            <a:endParaRPr lang="en-US" sz="1200" b="1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PS C:\Users\hi\gemini&gt; </a:t>
            </a:r>
            <a:r>
              <a:rPr lang="en-US" sz="1200" b="1" dirty="0"/>
              <a:t>C:\Users\hi\AppData\Local\Programs\Python\Python311\python.exe -m </a:t>
            </a:r>
            <a:r>
              <a:rPr lang="en-US" sz="1200" b="1" dirty="0" err="1"/>
              <a:t>venv</a:t>
            </a:r>
            <a:r>
              <a:rPr lang="en-US" sz="1200" b="1" dirty="0"/>
              <a:t> </a:t>
            </a:r>
            <a:r>
              <a:rPr lang="en-US" sz="1200" b="1" dirty="0" err="1"/>
              <a:t>env_test</a:t>
            </a:r>
            <a:r>
              <a:rPr lang="en-US" sz="1200" b="1" dirty="0"/>
              <a:t> </a:t>
            </a:r>
          </a:p>
          <a:p>
            <a:r>
              <a:rPr lang="en-US" sz="1200" dirty="0"/>
              <a:t>Now you would see a new </a:t>
            </a:r>
            <a:r>
              <a:rPr lang="en-US" sz="1200" dirty="0" err="1"/>
              <a:t>dir</a:t>
            </a:r>
            <a:r>
              <a:rPr lang="en-US" sz="1200" dirty="0"/>
              <a:t> </a:t>
            </a:r>
            <a:r>
              <a:rPr lang="en-US" sz="1200" dirty="0" err="1"/>
              <a:t>env_test</a:t>
            </a:r>
            <a:r>
              <a:rPr lang="en-US" sz="1200" dirty="0"/>
              <a:t> in CWD:</a:t>
            </a:r>
          </a:p>
          <a:p>
            <a:r>
              <a:rPr lang="en-US" sz="1200" dirty="0"/>
              <a:t>4.      PS C:\Users\hi\ </a:t>
            </a:r>
            <a:r>
              <a:rPr lang="en-US" sz="1200" dirty="0" err="1"/>
              <a:t>gemini</a:t>
            </a:r>
            <a:r>
              <a:rPr lang="en-US" sz="1200" dirty="0"/>
              <a:t> &gt; </a:t>
            </a:r>
            <a:r>
              <a:rPr lang="en-US" sz="1200" b="1" dirty="0" err="1"/>
              <a:t>dir</a:t>
            </a:r>
            <a:endParaRPr lang="en-US" sz="1200" b="1" dirty="0"/>
          </a:p>
          <a:p>
            <a:endParaRPr lang="en-US" sz="1200" dirty="0"/>
          </a:p>
          <a:p>
            <a:r>
              <a:rPr lang="en-US" sz="1200" dirty="0"/>
              <a:t>    Directory: C:\Users\hi\ </a:t>
            </a:r>
            <a:r>
              <a:rPr lang="en-US" sz="1200" dirty="0" err="1"/>
              <a:t>gemini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Mode                 </a:t>
            </a:r>
            <a:r>
              <a:rPr lang="en-US" sz="1200" dirty="0" err="1"/>
              <a:t>LastWriteTime</a:t>
            </a:r>
            <a:r>
              <a:rPr lang="en-US" sz="1200" dirty="0"/>
              <a:t>         Length Name</a:t>
            </a:r>
          </a:p>
          <a:p>
            <a:r>
              <a:rPr lang="en-US" sz="1200" dirty="0"/>
              <a:t>----                 -------------         ------ ----</a:t>
            </a:r>
          </a:p>
          <a:p>
            <a:r>
              <a:rPr lang="en-US" sz="1200" dirty="0"/>
              <a:t>d-----          5/5/2025  11:34 AM                </a:t>
            </a:r>
            <a:r>
              <a:rPr lang="en-US" sz="1200" dirty="0" err="1"/>
              <a:t>env_test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5. Now we activate </a:t>
            </a:r>
            <a:r>
              <a:rPr lang="en-US" sz="1200" dirty="0" err="1"/>
              <a:t>virt</a:t>
            </a:r>
            <a:r>
              <a:rPr lang="en-US" sz="1200" dirty="0"/>
              <a:t> </a:t>
            </a:r>
            <a:r>
              <a:rPr lang="en-US" sz="1200" dirty="0" err="1"/>
              <a:t>env</a:t>
            </a:r>
            <a:r>
              <a:rPr lang="en-US" sz="1200" dirty="0"/>
              <a:t>.: </a:t>
            </a:r>
          </a:p>
          <a:p>
            <a:r>
              <a:rPr lang="en-US" sz="1200" dirty="0"/>
              <a:t>PS C:\Users\hi\ </a:t>
            </a:r>
            <a:r>
              <a:rPr lang="en-US" sz="1200" dirty="0" err="1"/>
              <a:t>gemini</a:t>
            </a:r>
            <a:r>
              <a:rPr lang="en-US" sz="1200" dirty="0"/>
              <a:t> &gt; </a:t>
            </a:r>
            <a:r>
              <a:rPr lang="en-US" sz="1200" b="1" dirty="0"/>
              <a:t>.\</a:t>
            </a:r>
            <a:r>
              <a:rPr lang="en-US" sz="1200" b="1" dirty="0" err="1"/>
              <a:t>env_test</a:t>
            </a:r>
            <a:r>
              <a:rPr lang="en-US" sz="1200" b="1" dirty="0"/>
              <a:t>\Scripts\activate </a:t>
            </a:r>
          </a:p>
          <a:p>
            <a:r>
              <a:rPr lang="en-US" sz="1200" dirty="0"/>
              <a:t>(</a:t>
            </a:r>
            <a:r>
              <a:rPr lang="en-US" sz="1200" dirty="0" err="1"/>
              <a:t>env_test</a:t>
            </a:r>
            <a:r>
              <a:rPr lang="en-US" sz="1200" dirty="0"/>
              <a:t>) PS C:\Users\hi\ </a:t>
            </a:r>
            <a:r>
              <a:rPr lang="en-US" sz="1200" dirty="0" err="1"/>
              <a:t>gemini</a:t>
            </a:r>
            <a:r>
              <a:rPr lang="en-US" sz="1200" dirty="0"/>
              <a:t> &gt;</a:t>
            </a:r>
          </a:p>
          <a:p>
            <a:endParaRPr lang="en-US" sz="1200" dirty="0"/>
          </a:p>
          <a:p>
            <a:r>
              <a:rPr lang="en-US" sz="1200" dirty="0"/>
              <a:t>6. Now you can install packages and open </a:t>
            </a:r>
            <a:r>
              <a:rPr lang="en-US" sz="1200" dirty="0" err="1"/>
              <a:t>jupyter</a:t>
            </a:r>
            <a:r>
              <a:rPr lang="en-US" sz="1200" dirty="0"/>
              <a:t> notebook:</a:t>
            </a:r>
          </a:p>
          <a:p>
            <a:endParaRPr lang="en-US" sz="1200" dirty="0"/>
          </a:p>
          <a:p>
            <a:r>
              <a:rPr lang="en-US" sz="1200" dirty="0"/>
              <a:t>(</a:t>
            </a:r>
            <a:r>
              <a:rPr lang="en-US" sz="1200" dirty="0" err="1"/>
              <a:t>env_test</a:t>
            </a:r>
            <a:r>
              <a:rPr lang="en-US" sz="1200" dirty="0"/>
              <a:t>) PS C:\Users\hi\ </a:t>
            </a:r>
            <a:r>
              <a:rPr lang="en-US" sz="1200" dirty="0" err="1"/>
              <a:t>gemini</a:t>
            </a:r>
            <a:r>
              <a:rPr lang="en-US" sz="1200" dirty="0"/>
              <a:t> &gt; </a:t>
            </a:r>
            <a:r>
              <a:rPr lang="en-US" sz="1200" b="1" dirty="0"/>
              <a:t>.\</a:t>
            </a:r>
            <a:r>
              <a:rPr lang="en-US" sz="1200" b="1" dirty="0" err="1"/>
              <a:t>env_test</a:t>
            </a:r>
            <a:r>
              <a:rPr lang="en-US" sz="1200" b="1" dirty="0"/>
              <a:t>\Scripts\python.exe -m </a:t>
            </a:r>
            <a:r>
              <a:rPr lang="en-US" sz="1200" b="1" dirty="0" err="1"/>
              <a:t>jupyter</a:t>
            </a:r>
            <a:r>
              <a:rPr lang="en-US" sz="1200" b="1" dirty="0"/>
              <a:t> notebook</a:t>
            </a:r>
          </a:p>
          <a:p>
            <a:r>
              <a:rPr lang="en-US" sz="1200" dirty="0"/>
              <a:t>C:\Users\hi\gemini\env_test\Scripts\python.exe: No module named </a:t>
            </a:r>
            <a:r>
              <a:rPr lang="en-US" sz="1200" dirty="0" err="1"/>
              <a:t>jupyter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(</a:t>
            </a:r>
            <a:r>
              <a:rPr lang="en-US" sz="1200" dirty="0" err="1"/>
              <a:t>env_test</a:t>
            </a:r>
            <a:r>
              <a:rPr lang="en-US" sz="1200" dirty="0"/>
              <a:t>) PS C:\Users\hi\gemini&gt; </a:t>
            </a:r>
            <a:r>
              <a:rPr lang="en-US" sz="1200" b="1" dirty="0"/>
              <a:t>.\</a:t>
            </a:r>
            <a:r>
              <a:rPr lang="en-US" sz="1200" b="1" dirty="0" err="1"/>
              <a:t>env_test</a:t>
            </a:r>
            <a:r>
              <a:rPr lang="en-US" sz="1200" b="1" dirty="0"/>
              <a:t>\Scripts\python.exe -m pip install </a:t>
            </a:r>
            <a:r>
              <a:rPr lang="en-US" sz="1200" b="1" dirty="0" err="1"/>
              <a:t>jupyter</a:t>
            </a:r>
            <a:endParaRPr lang="en-US" sz="1200" b="1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39642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85" y="63282"/>
            <a:ext cx="4239827" cy="558153"/>
          </a:xfrm>
        </p:spPr>
        <p:txBody>
          <a:bodyPr>
            <a:noAutofit/>
          </a:bodyPr>
          <a:lstStyle/>
          <a:p>
            <a:r>
              <a:rPr lang="en-US" sz="2800" dirty="0"/>
              <a:t>Common </a:t>
            </a:r>
            <a:r>
              <a:rPr lang="en-US" sz="2800" dirty="0" err="1"/>
              <a:t>conda</a:t>
            </a:r>
            <a:r>
              <a:rPr lang="en-US" sz="2800" dirty="0"/>
              <a:t>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18" y="621435"/>
            <a:ext cx="5628442" cy="3204842"/>
          </a:xfrm>
        </p:spPr>
        <p:txBody>
          <a:bodyPr>
            <a:normAutofit fontScale="40000" lnSpcReduction="20000"/>
          </a:bodyPr>
          <a:lstStyle/>
          <a:p>
            <a:r>
              <a:rPr lang="en-US" dirty="0" err="1"/>
              <a:t>conda</a:t>
            </a:r>
            <a:r>
              <a:rPr lang="en-US" dirty="0"/>
              <a:t> info</a:t>
            </a:r>
          </a:p>
          <a:p>
            <a:r>
              <a:rPr lang="en-US" dirty="0" err="1"/>
              <a:t>conda</a:t>
            </a:r>
            <a:r>
              <a:rPr lang="en-US" dirty="0"/>
              <a:t> create --name ENV_NAME</a:t>
            </a:r>
          </a:p>
          <a:p>
            <a:r>
              <a:rPr lang="en-US" dirty="0" err="1"/>
              <a:t>conda</a:t>
            </a:r>
            <a:r>
              <a:rPr lang="en-US" dirty="0"/>
              <a:t> create -n ENVNAME python=3.10 (create </a:t>
            </a:r>
            <a:r>
              <a:rPr lang="en-US" dirty="0" err="1"/>
              <a:t>env</a:t>
            </a:r>
            <a:r>
              <a:rPr lang="en-US" dirty="0"/>
              <a:t> with specific python)</a:t>
            </a:r>
          </a:p>
          <a:p>
            <a:r>
              <a:rPr lang="pt-BR" dirty="0"/>
              <a:t>conda rename -n ENV_NAME NEW_ENVNAME</a:t>
            </a:r>
            <a:endParaRPr lang="en-US" dirty="0"/>
          </a:p>
          <a:p>
            <a:r>
              <a:rPr lang="pt-BR" dirty="0"/>
              <a:t>conda remove -n ENVNAME –all  (remove env)</a:t>
            </a:r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activate ENV_NAME</a:t>
            </a:r>
          </a:p>
          <a:p>
            <a:r>
              <a:rPr lang="en-US" dirty="0" err="1"/>
              <a:t>conda</a:t>
            </a:r>
            <a:r>
              <a:rPr lang="en-US" dirty="0"/>
              <a:t> list</a:t>
            </a:r>
          </a:p>
          <a:p>
            <a:r>
              <a:rPr lang="en-US" dirty="0" err="1"/>
              <a:t>conda</a:t>
            </a:r>
            <a:r>
              <a:rPr lang="en-US" dirty="0"/>
              <a:t> </a:t>
            </a:r>
            <a:r>
              <a:rPr lang="en-US" dirty="0" err="1"/>
              <a:t>env</a:t>
            </a:r>
            <a:r>
              <a:rPr lang="en-US" dirty="0"/>
              <a:t> list</a:t>
            </a:r>
          </a:p>
          <a:p>
            <a:r>
              <a:rPr lang="en-US" dirty="0" err="1"/>
              <a:t>conda</a:t>
            </a:r>
            <a:r>
              <a:rPr lang="en-US" dirty="0"/>
              <a:t> install PKGNAME</a:t>
            </a:r>
          </a:p>
          <a:p>
            <a:r>
              <a:rPr lang="en-US" dirty="0" err="1"/>
              <a:t>conda</a:t>
            </a:r>
            <a:r>
              <a:rPr lang="en-US" dirty="0"/>
              <a:t> uninstall PKGNAME</a:t>
            </a:r>
          </a:p>
          <a:p>
            <a:r>
              <a:rPr lang="en-US" dirty="0" err="1"/>
              <a:t>conda</a:t>
            </a:r>
            <a:r>
              <a:rPr lang="en-US" dirty="0"/>
              <a:t> export ENV_NAME&gt;</a:t>
            </a:r>
            <a:r>
              <a:rPr lang="en-US" dirty="0" err="1"/>
              <a:t>ENV.yml</a:t>
            </a:r>
            <a:r>
              <a:rPr lang="en-US" dirty="0"/>
              <a:t> </a:t>
            </a:r>
          </a:p>
          <a:p>
            <a:r>
              <a:rPr lang="pt-BR" dirty="0"/>
              <a:t>conda env create -n ENV_NAME --file ENV.yml   (for importing the env)</a:t>
            </a:r>
            <a:endParaRPr lang="en-US" dirty="0"/>
          </a:p>
          <a:p>
            <a:r>
              <a:rPr lang="en-US" dirty="0"/>
              <a:t>where python (gives the path of 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7916" y="133161"/>
            <a:ext cx="7863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https://docs.conda.io/projects/conda/en/latest/_downloads/843d9e0198f2a193a3484886fa28163c/conda-cheatsheet.pdf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6946" y="514897"/>
            <a:ext cx="42242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Steps to create a new environ:</a:t>
            </a:r>
          </a:p>
          <a:p>
            <a:r>
              <a:rPr lang="en-US" sz="1400" dirty="0"/>
              <a:t>Go inside the </a:t>
            </a:r>
            <a:r>
              <a:rPr lang="en-US" sz="1400" dirty="0" err="1"/>
              <a:t>project_dir</a:t>
            </a:r>
            <a:r>
              <a:rPr lang="en-US" sz="1400" dirty="0"/>
              <a:t>(e.g. </a:t>
            </a:r>
            <a:r>
              <a:rPr lang="en-US" sz="1400" dirty="0" err="1"/>
              <a:t>gen_ai</a:t>
            </a:r>
            <a:r>
              <a:rPr lang="en-US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create --name </a:t>
            </a:r>
            <a:r>
              <a:rPr lang="en-US" sz="1400" dirty="0" err="1"/>
              <a:t>env_genai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activate </a:t>
            </a:r>
            <a:r>
              <a:rPr lang="en-US" sz="1400" dirty="0" err="1"/>
              <a:t>env_genai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list python   (showed no python </a:t>
            </a:r>
            <a:r>
              <a:rPr lang="en-US" sz="1400" dirty="0" err="1"/>
              <a:t>interpretor</a:t>
            </a:r>
            <a:r>
              <a:rPr lang="en-US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install python=3.12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install </a:t>
            </a:r>
            <a:r>
              <a:rPr lang="en-US" sz="1400" dirty="0" err="1"/>
              <a:t>jupyter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list python   (showed python </a:t>
            </a:r>
            <a:r>
              <a:rPr lang="en-US" sz="1400" dirty="0" err="1"/>
              <a:t>interpretor</a:t>
            </a:r>
            <a:r>
              <a:rPr lang="en-US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conda</a:t>
            </a:r>
            <a:r>
              <a:rPr lang="en-US" sz="1400" dirty="0"/>
              <a:t> list </a:t>
            </a:r>
            <a:r>
              <a:rPr lang="en-US" sz="1400" dirty="0" err="1"/>
              <a:t>jupyter</a:t>
            </a:r>
            <a:r>
              <a:rPr lang="en-US" sz="1400" dirty="0"/>
              <a:t> (showed </a:t>
            </a:r>
            <a:r>
              <a:rPr lang="en-US" sz="1400" dirty="0" err="1"/>
              <a:t>jupyter</a:t>
            </a:r>
            <a:r>
              <a:rPr lang="en-US" sz="1400" dirty="0"/>
              <a:t> installed)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python (make sure its python3.12)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python –m </a:t>
            </a:r>
            <a:r>
              <a:rPr lang="en-US" sz="1400" dirty="0" err="1"/>
              <a:t>jupyter</a:t>
            </a:r>
            <a:r>
              <a:rPr lang="en-US" sz="1400" dirty="0"/>
              <a:t> notebook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r>
              <a:rPr lang="en-US" sz="1400" dirty="0"/>
              <a:t>Now you can install packages from </a:t>
            </a:r>
            <a:r>
              <a:rPr lang="en-US" sz="1400" dirty="0" err="1"/>
              <a:t>jupyter</a:t>
            </a:r>
            <a:r>
              <a:rPr lang="en-US" sz="1400" dirty="0"/>
              <a:t> cells:</a:t>
            </a:r>
          </a:p>
          <a:p>
            <a:r>
              <a:rPr lang="en-US" sz="1400" dirty="0"/>
              <a:t>pip install pandas, </a:t>
            </a:r>
            <a:r>
              <a:rPr lang="en-US" sz="1400" dirty="0" err="1"/>
              <a:t>etc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51914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963" y="1825625"/>
            <a:ext cx="11745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1) Open </a:t>
            </a:r>
            <a:r>
              <a:rPr lang="en-US" sz="1200" b="1" dirty="0" err="1"/>
              <a:t>powershell</a:t>
            </a:r>
            <a:r>
              <a:rPr lang="en-US" sz="1200" b="1" dirty="0"/>
              <a:t> as Administrator:</a:t>
            </a:r>
            <a:br>
              <a:rPr lang="en-US" sz="1200" b="1" dirty="0"/>
            </a:b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2) C:\Users\Admin\Documents\WindowsPowerShell\profile.ps1 cannot be loaded because running scripts is disabled on this system. For more information, see </a:t>
            </a:r>
            <a:r>
              <a:rPr lang="en-US" sz="1200" dirty="0" err="1"/>
              <a:t>about_Execution_Policies</a:t>
            </a:r>
            <a:r>
              <a:rPr lang="en-US" sz="1200" dirty="0"/>
              <a:t> at https:/go.microsoft.com/</a:t>
            </a:r>
            <a:r>
              <a:rPr lang="en-US" sz="1200" dirty="0" err="1"/>
              <a:t>fwlink</a:t>
            </a:r>
            <a:r>
              <a:rPr lang="en-US" sz="1200" dirty="0"/>
              <a:t>/?</a:t>
            </a:r>
            <a:r>
              <a:rPr lang="en-US" sz="1200" dirty="0" err="1"/>
              <a:t>LinkID</a:t>
            </a:r>
            <a:r>
              <a:rPr lang="en-US" sz="1200" dirty="0"/>
              <a:t>=135170. At line:1 char:3 + . 'C:\Users\Admin\Documents\</a:t>
            </a:r>
            <a:r>
              <a:rPr lang="en-US" sz="1200" dirty="0" err="1"/>
              <a:t>WindowsPowerShell</a:t>
            </a:r>
            <a:r>
              <a:rPr lang="en-US" sz="1200" dirty="0"/>
              <a:t>\profile.ps1' + ~~~~~~~~~~~~~~~~~~~~~~~~~~~~~~~~~~~~~~~~~~~~~~~~~~~~~~~~ + </a:t>
            </a:r>
            <a:r>
              <a:rPr lang="en-US" sz="1200" dirty="0" err="1"/>
              <a:t>CategoryInfo</a:t>
            </a:r>
            <a:r>
              <a:rPr lang="en-US" sz="1200" dirty="0"/>
              <a:t> : </a:t>
            </a:r>
            <a:r>
              <a:rPr lang="en-US" sz="1200" dirty="0" err="1"/>
              <a:t>SecurityError</a:t>
            </a:r>
            <a:r>
              <a:rPr lang="en-US" sz="1200" dirty="0"/>
              <a:t>: (:) [], </a:t>
            </a:r>
            <a:r>
              <a:rPr lang="en-US" sz="1200" dirty="0" err="1"/>
              <a:t>PSSecurityException</a:t>
            </a:r>
            <a:r>
              <a:rPr lang="en-US" sz="1200" dirty="0"/>
              <a:t> + </a:t>
            </a:r>
            <a:r>
              <a:rPr lang="en-US" sz="1200" dirty="0" err="1"/>
              <a:t>FullyQualifiedErrorId</a:t>
            </a:r>
            <a:r>
              <a:rPr lang="en-US" sz="1200" dirty="0"/>
              <a:t> : </a:t>
            </a:r>
            <a:r>
              <a:rPr lang="en-US" sz="1200" dirty="0" err="1"/>
              <a:t>UnauthorizedAccess</a:t>
            </a:r>
            <a:r>
              <a:rPr lang="en-US" sz="1200" dirty="0"/>
              <a:t> . : Fi</a:t>
            </a:r>
          </a:p>
          <a:p>
            <a:pPr marL="0" indent="0">
              <a:buNone/>
            </a:pPr>
            <a:r>
              <a:rPr lang="en-US" sz="1200" dirty="0"/>
              <a:t>PS C:\WINDOWS\system32&gt; </a:t>
            </a:r>
            <a:r>
              <a:rPr lang="en-US" sz="1200" b="1" dirty="0"/>
              <a:t>Set-</a:t>
            </a:r>
            <a:r>
              <a:rPr lang="en-US" sz="1200" b="1" dirty="0" err="1"/>
              <a:t>ExecutionPolicy</a:t>
            </a:r>
            <a:r>
              <a:rPr lang="en-US" sz="1200" b="1" dirty="0"/>
              <a:t> </a:t>
            </a:r>
            <a:r>
              <a:rPr lang="en-US" sz="1200" b="1" dirty="0" err="1"/>
              <a:t>RemoteSigned</a:t>
            </a:r>
            <a:r>
              <a:rPr lang="en-US" sz="1200" b="1" dirty="0"/>
              <a:t> -Scope </a:t>
            </a:r>
            <a:r>
              <a:rPr lang="en-US" sz="1200" b="1" dirty="0" err="1"/>
              <a:t>LocalMachine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Execution Policy Change The execution policy helps protect you from scripts that you do not trust. Changing the execution policy might expose you to the security risks described in the </a:t>
            </a:r>
            <a:r>
              <a:rPr lang="en-US" sz="1200" dirty="0" err="1"/>
              <a:t>about_Execution_Policies</a:t>
            </a:r>
            <a:r>
              <a:rPr lang="en-US" sz="1200" dirty="0"/>
              <a:t> help topic at https:/go.microsoft.com/</a:t>
            </a:r>
            <a:r>
              <a:rPr lang="en-US" sz="1200" dirty="0" err="1"/>
              <a:t>fwlink</a:t>
            </a:r>
            <a:r>
              <a:rPr lang="en-US" sz="1200" dirty="0"/>
              <a:t>/?</a:t>
            </a:r>
            <a:r>
              <a:rPr lang="en-US" sz="1200" dirty="0" err="1"/>
              <a:t>LinkID</a:t>
            </a:r>
            <a:r>
              <a:rPr lang="en-US" sz="1200" dirty="0"/>
              <a:t>=135170.</a:t>
            </a:r>
          </a:p>
          <a:p>
            <a:pPr marL="0" indent="0">
              <a:buNone/>
            </a:pPr>
            <a:r>
              <a:rPr lang="en-US" sz="1200" dirty="0"/>
              <a:t>Do you want to change the execution policy? [Y] Yes [A] Yes to All [N] No [L] No to All [S] Suspend [?] Help (default is "N"): Y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3) PS C:\WINDOWS\system32&gt; </a:t>
            </a:r>
            <a:r>
              <a:rPr lang="en-US" sz="1200" b="1" dirty="0"/>
              <a:t>Get-</a:t>
            </a:r>
            <a:r>
              <a:rPr lang="en-US" sz="1200" b="1" dirty="0" err="1"/>
              <a:t>ExecutionPolicy</a:t>
            </a:r>
            <a:r>
              <a:rPr lang="en-US" sz="1200" b="1" dirty="0"/>
              <a:t> -Scope </a:t>
            </a:r>
            <a:r>
              <a:rPr lang="en-US" sz="1200" b="1" dirty="0" err="1"/>
              <a:t>LocalMachine</a:t>
            </a:r>
            <a:r>
              <a:rPr lang="en-US" sz="1200" b="1" dirty="0"/>
              <a:t> </a:t>
            </a:r>
            <a:r>
              <a:rPr lang="en-US" sz="1200" b="1" dirty="0" err="1"/>
              <a:t>RemoteSigned</a:t>
            </a:r>
            <a:endParaRPr lang="en-US" sz="1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7250" y="594804"/>
            <a:ext cx="24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Issues with </a:t>
            </a:r>
            <a:r>
              <a:rPr lang="en-US" dirty="0" err="1"/>
              <a:t>powershell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02008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60" y="45528"/>
            <a:ext cx="4257583" cy="602541"/>
          </a:xfrm>
        </p:spPr>
        <p:txBody>
          <a:bodyPr>
            <a:normAutofit/>
          </a:bodyPr>
          <a:lstStyle/>
          <a:p>
            <a:r>
              <a:rPr lang="en-US" sz="2800" dirty="0"/>
              <a:t>Anaconda</a:t>
            </a:r>
            <a:r>
              <a:rPr lang="en-US" sz="2800" dirty="0">
                <a:sym typeface="Wingdings" panose="05000000000000000000" pitchFamily="2" charset="2"/>
              </a:rPr>
              <a:t>(p1)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44" y="1621405"/>
            <a:ext cx="10688714" cy="4678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6423" y="666395"/>
            <a:ext cx="1748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Step1: Click here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910004" y="1035727"/>
            <a:ext cx="692458" cy="1165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88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60" y="45528"/>
            <a:ext cx="4257583" cy="602541"/>
          </a:xfrm>
        </p:spPr>
        <p:txBody>
          <a:bodyPr>
            <a:normAutofit/>
          </a:bodyPr>
          <a:lstStyle/>
          <a:p>
            <a:r>
              <a:rPr lang="en-US" sz="2800" dirty="0"/>
              <a:t>Anaconda</a:t>
            </a:r>
            <a:r>
              <a:rPr lang="en-US" sz="2800" dirty="0">
                <a:sym typeface="Wingdings" panose="05000000000000000000" pitchFamily="2" charset="2"/>
              </a:rPr>
              <a:t>(p2)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03" y="1346196"/>
            <a:ext cx="8673795" cy="4678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7621" y="6401385"/>
            <a:ext cx="351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Step2: Click here…skip registration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853561" y="4980373"/>
            <a:ext cx="870012" cy="134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308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60" y="45528"/>
            <a:ext cx="4257583" cy="602541"/>
          </a:xfrm>
        </p:spPr>
        <p:txBody>
          <a:bodyPr>
            <a:normAutofit/>
          </a:bodyPr>
          <a:lstStyle/>
          <a:p>
            <a:r>
              <a:rPr lang="en-US" sz="2800" dirty="0"/>
              <a:t>Anaconda</a:t>
            </a:r>
            <a:r>
              <a:rPr lang="en-US" sz="2800" dirty="0">
                <a:sym typeface="Wingdings" panose="05000000000000000000" pitchFamily="2" charset="2"/>
              </a:rPr>
              <a:t>(p3)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511" y="1346196"/>
            <a:ext cx="7672779" cy="4678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7621" y="6401385"/>
            <a:ext cx="652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Step3: Click here…download. It took me 3 minutes. File size=950MB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003829" y="4394447"/>
            <a:ext cx="1997476" cy="200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692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60" y="45528"/>
            <a:ext cx="4257583" cy="602541"/>
          </a:xfrm>
        </p:spPr>
        <p:txBody>
          <a:bodyPr>
            <a:normAutofit/>
          </a:bodyPr>
          <a:lstStyle/>
          <a:p>
            <a:r>
              <a:rPr lang="en-US" sz="2800" dirty="0"/>
              <a:t>Anaconda</a:t>
            </a:r>
            <a:r>
              <a:rPr lang="en-US" sz="2800" dirty="0">
                <a:sym typeface="Wingdings" panose="05000000000000000000" pitchFamily="2" charset="2"/>
              </a:rPr>
              <a:t>(p4)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63883" y="1231852"/>
            <a:ext cx="28359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Step4: </a:t>
            </a:r>
            <a:r>
              <a:rPr lang="en-US" dirty="0" err="1"/>
              <a:t>goto</a:t>
            </a:r>
            <a:r>
              <a:rPr lang="en-US" dirty="0"/>
              <a:t> download </a:t>
            </a:r>
            <a:r>
              <a:rPr lang="en-US" dirty="0" err="1"/>
              <a:t>dir</a:t>
            </a:r>
            <a:endParaRPr lang="en-US" dirty="0"/>
          </a:p>
          <a:p>
            <a:r>
              <a:rPr lang="en-US" dirty="0"/>
              <a:t>Click on </a:t>
            </a:r>
            <a:r>
              <a:rPr lang="en-US" dirty="0" err="1"/>
              <a:t>anaconda_installer</a:t>
            </a:r>
            <a:r>
              <a:rPr lang="en-US" dirty="0"/>
              <a:t>..</a:t>
            </a:r>
          </a:p>
          <a:p>
            <a:r>
              <a:rPr lang="en-US" dirty="0"/>
              <a:t>Agree to the terms..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212" y="45528"/>
            <a:ext cx="4266406" cy="332890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377758" y="1530036"/>
            <a:ext cx="1086416" cy="26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212" y="3545614"/>
            <a:ext cx="4107302" cy="322419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4110273" y="5575427"/>
            <a:ext cx="2506301" cy="2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6705" y="5622202"/>
            <a:ext cx="4260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Pick drive that has at least 15 GB free space</a:t>
            </a:r>
          </a:p>
        </p:txBody>
      </p:sp>
    </p:spTree>
    <p:extLst>
      <p:ext uri="{BB962C8B-B14F-4D97-AF65-F5344CB8AC3E}">
        <p14:creationId xmlns:p14="http://schemas.microsoft.com/office/powerpoint/2010/main" val="4132706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60" y="45528"/>
            <a:ext cx="4257583" cy="602541"/>
          </a:xfrm>
        </p:spPr>
        <p:txBody>
          <a:bodyPr>
            <a:normAutofit/>
          </a:bodyPr>
          <a:lstStyle/>
          <a:p>
            <a:r>
              <a:rPr lang="en-US" sz="2800" dirty="0"/>
              <a:t>Anaconda</a:t>
            </a:r>
            <a:r>
              <a:rPr lang="en-US" sz="2800" dirty="0">
                <a:sym typeface="Wingdings" panose="05000000000000000000" pitchFamily="2" charset="2"/>
              </a:rPr>
              <a:t>(p5)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91042" y="1231852"/>
            <a:ext cx="4606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Step5:I select following options</a:t>
            </a:r>
          </a:p>
          <a:p>
            <a:r>
              <a:rPr lang="en-US" dirty="0"/>
              <a:t>It would take 5 minutes for installation to finish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23438" y="1416518"/>
            <a:ext cx="1912909" cy="68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414" y="544292"/>
            <a:ext cx="4056235" cy="3136929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5205743" y="1878183"/>
            <a:ext cx="2145671" cy="48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032" y="3863444"/>
            <a:ext cx="3626997" cy="28587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9422" y="4001632"/>
            <a:ext cx="407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that answer series of </a:t>
            </a:r>
            <a:r>
              <a:rPr lang="en-US" dirty="0" err="1"/>
              <a:t>qst</a:t>
            </a:r>
            <a:r>
              <a:rPr lang="en-US" dirty="0"/>
              <a:t>., and then </a:t>
            </a:r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>
            <a:off x="4652204" y="4186298"/>
            <a:ext cx="2699209" cy="66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296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E7B-0F07-0FA1-673A-BC752B15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41E2-FA9E-911F-5085-DBA28B811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Some sites that offer online </a:t>
            </a:r>
            <a:r>
              <a:rPr lang="en-US" dirty="0" err="1"/>
              <a:t>jupyter</a:t>
            </a:r>
            <a:r>
              <a:rPr lang="en-US" dirty="0"/>
              <a:t> server:</a:t>
            </a:r>
          </a:p>
          <a:p>
            <a:r>
              <a:rPr lang="en-IN" dirty="0"/>
              <a:t>Google </a:t>
            </a:r>
            <a:r>
              <a:rPr lang="en-IN" dirty="0" err="1"/>
              <a:t>colab</a:t>
            </a:r>
            <a:endParaRPr lang="en-IN" dirty="0"/>
          </a:p>
          <a:p>
            <a:r>
              <a:rPr lang="en-IN" dirty="0"/>
              <a:t>Kaggle</a:t>
            </a:r>
          </a:p>
          <a:p>
            <a:r>
              <a:rPr lang="en-IN" dirty="0" err="1"/>
              <a:t>CoCalc</a:t>
            </a:r>
            <a:endParaRPr lang="en-IN" dirty="0"/>
          </a:p>
          <a:p>
            <a:r>
              <a:rPr lang="en-IN" dirty="0">
                <a:hlinkClick r:id="rId2"/>
              </a:rPr>
              <a:t>https://jupyter.org/try-jupyter/lab/</a:t>
            </a:r>
            <a:endParaRPr lang="en-IN" dirty="0"/>
          </a:p>
          <a:p>
            <a:r>
              <a:rPr lang="en-IN" dirty="0"/>
              <a:t>https://deepnote.com/</a:t>
            </a:r>
          </a:p>
          <a:p>
            <a:r>
              <a:rPr lang="en-IN" dirty="0"/>
              <a:t>https://mybinder.org/</a:t>
            </a:r>
          </a:p>
          <a:p>
            <a:r>
              <a:rPr lang="en-IN" dirty="0">
                <a:hlinkClick r:id="rId3"/>
              </a:rPr>
              <a:t>https://studiolab.sagemaker.aws/</a:t>
            </a:r>
            <a:r>
              <a:rPr lang="en-IN" dirty="0"/>
              <a:t> -&gt; create an account, and an email will be sent to you in next 30 seconds.. Open your mail-box and click on the email…and then have to wait another ?? time</a:t>
            </a:r>
          </a:p>
        </p:txBody>
      </p:sp>
    </p:spTree>
    <p:extLst>
      <p:ext uri="{BB962C8B-B14F-4D97-AF65-F5344CB8AC3E}">
        <p14:creationId xmlns:p14="http://schemas.microsoft.com/office/powerpoint/2010/main" val="3753046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E7B-0F07-0FA1-673A-BC752B15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Jupyter</a:t>
            </a:r>
            <a:r>
              <a:rPr lang="en-US" dirty="0"/>
              <a:t> notebook(see </a:t>
            </a:r>
            <a:r>
              <a:rPr lang="en-US" dirty="0" err="1"/>
              <a:t>jupyter</a:t>
            </a:r>
            <a:r>
              <a:rPr lang="en-US"/>
              <a:t> n/b)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41E2-FA9E-911F-5085-DBA28B811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Allows to create/test snippets of code and after you are satisfied, keep necessary code and remove </a:t>
            </a:r>
            <a:r>
              <a:rPr lang="en-IN"/>
              <a:t>unwanted cells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8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1588</Words>
  <Application>Microsoft Office PowerPoint</Application>
  <PresentationFormat>Widescreen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Python: Installation(python, vscode, virtualEnv, anaconda)</vt:lpstr>
      <vt:lpstr>Installation of Python(p1)</vt:lpstr>
      <vt:lpstr>Installation of Python(p2)</vt:lpstr>
      <vt:lpstr>Installation of Python(p3)</vt:lpstr>
      <vt:lpstr>Installation of Python(p4)</vt:lpstr>
      <vt:lpstr>VSCODE INSTALL</vt:lpstr>
      <vt:lpstr>Installation of VSCode(p1)</vt:lpstr>
      <vt:lpstr>Installation of VSCode(p2)</vt:lpstr>
      <vt:lpstr>Installation of VSCode(p3)</vt:lpstr>
      <vt:lpstr>Installation of VSCode (p4)</vt:lpstr>
      <vt:lpstr>PowerPoint Presentation</vt:lpstr>
      <vt:lpstr>Common venv commands:</vt:lpstr>
      <vt:lpstr>Create virtual env via cmd line:</vt:lpstr>
      <vt:lpstr>Common conda commands</vt:lpstr>
      <vt:lpstr>PowerPoint Presentation</vt:lpstr>
      <vt:lpstr>Anaconda(p1)</vt:lpstr>
      <vt:lpstr>Anaconda(p2)</vt:lpstr>
      <vt:lpstr>Anaconda(p3)</vt:lpstr>
      <vt:lpstr>Anaconda(p4)</vt:lpstr>
      <vt:lpstr>Anaconda(p5)</vt:lpstr>
      <vt:lpstr>Jupyter notebook</vt:lpstr>
      <vt:lpstr>Why Jupyter notebook(see jupyter n/b)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Implementation, Architecture and Installation</dc:title>
  <dc:creator>ash322.ash422@gmail.com</dc:creator>
  <cp:lastModifiedBy>Ashwani Kumar</cp:lastModifiedBy>
  <cp:revision>164</cp:revision>
  <dcterms:created xsi:type="dcterms:W3CDTF">2025-02-12T06:37:55Z</dcterms:created>
  <dcterms:modified xsi:type="dcterms:W3CDTF">2025-08-30T18:15:18Z</dcterms:modified>
</cp:coreProperties>
</file>