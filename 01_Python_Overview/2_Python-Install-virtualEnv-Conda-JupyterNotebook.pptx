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  <p:sldId id="280" r:id="rId4"/>
    <p:sldId id="282" r:id="rId5"/>
    <p:sldId id="279" r:id="rId6"/>
    <p:sldId id="281" r:id="rId7"/>
    <p:sldId id="273" r:id="rId8"/>
    <p:sldId id="274" r:id="rId9"/>
    <p:sldId id="275" r:id="rId10"/>
    <p:sldId id="277" r:id="rId11"/>
    <p:sldId id="278" r:id="rId12"/>
    <p:sldId id="271" r:id="rId13"/>
    <p:sldId id="2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C212E-664C-118D-C4AD-34653A3AB1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008DA-EA61-0EFE-90E5-3DDEFE5CA2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5CFF-5226-3B3E-AD81-B1CE4436E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17E87-6196-540A-F9A9-064E88099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3A651-84DC-D783-9F40-BCAA1DDEE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049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94FA3-4C9A-3840-122E-939DA7ED1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0827C-4770-C307-35FE-16EB8A1D9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6507E-B1A6-9AE0-3A94-110A6597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2CDE7-BFA2-C40F-A767-A40A5A538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AA915-DD21-60EE-85DE-850C8032C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8496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98BE4-23F8-9FF8-08B0-EEB308373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821C8-52BF-A048-D393-F2C0B162B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6E68C-AAF4-91FD-6778-1F9ADE5F5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62515-1777-B2B1-023D-19ED84F5D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5E2F0-7AEF-8049-EF4C-89E64B09E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965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34B0A-D3E8-86E1-3A5F-E8B83557F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E824D-DF48-8278-EC6B-D06E991011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CE61-C24D-2906-4CB2-0544677170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891AD9-873A-C979-0A89-14BC439CF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7F96A3-EC11-CDE4-7D45-3BD8E7F85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FD8F3-3D5C-3936-2C9F-0B8007D7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40733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C59CA-0C51-440E-7FB1-F5D08552D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06F4FE-FE3A-6956-9784-B67D42332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1A8AE-88BF-BA2F-3258-287448CC2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A083C6-0731-ED9F-56A7-02924B4F0F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B5B6B1-048C-7FEE-5540-255651F3EC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9FF8A4-D4C6-A22D-E8BB-E9377E18F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EC76C3-A4A1-004C-445B-8B0CF5D71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B39266-B472-769D-C085-78B237BE9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0607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68478-606D-38B7-A7FA-760A23741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35D233-329D-163A-F194-9CC7828ED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B0F692-0B98-3FAF-F611-B24DC625D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B3537F-20E8-9FB8-2299-C6E18F22D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378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0E002B-AED2-AB1F-8627-3C9594771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62A742-1897-E0F5-407C-88AC540FE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720759-B685-6A8B-01DD-5BE619DAC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912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5C12E-F7C9-F1B7-4B20-C3541A91D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00400-C00A-6F90-F3B0-A8202ADA5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98EDB2-DF7A-625B-C30C-316362E04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F43564-B96D-2E96-9E71-FAA7631B5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F0331F-25F9-53ED-C1AF-7043E58FF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90944F-4A51-ABF1-873D-43EAB1E57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3395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F07EF-ED54-E320-5DDB-A39D9A78B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7E46D-512F-8B66-818A-BE8E3CC56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812E3E-57F6-B246-0729-88C6A8D0A5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F6371E-D0BE-C172-4DA3-190413CAF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D751ED-119C-BD2A-1D77-98B8BA2F0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B3541F-8EF2-FF59-34AE-01106C992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8935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A021E-8A13-86A4-539C-BF8306029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FEB6A8-2B80-93A3-8CD8-CA7D330ECF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10906E-D2D4-B2D6-ABF1-A6F3D60FF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B8371-76A2-E668-2BC7-64408B7BB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8D291-D0B7-2FAD-4EA8-16365E7FF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06939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150B98-5B85-B7B3-EA4F-096473962B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B689F0-D6A9-648F-ECAC-257F34A365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470506-73ED-66FC-0C27-E1E8A2FF4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7E7518-D0C5-2985-432C-DAF011322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581A3-EB4B-829C-6836-097F08FB1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1435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FD4FD0-321D-80AE-9E12-6C78ABE42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7F62D5-6206-0B09-A72F-679FAAA60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B826B-6275-813D-4526-6408E89B75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04FAE-4FEB-4A85-9677-97C84EB7CF43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56F97-CF3F-294E-4332-8DF67B40A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607BCF-BFE7-165D-42A4-9C11AEDDD0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9784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tudiolab.sagemaker.aws/" TargetMode="External"/><Relationship Id="rId2" Type="http://schemas.openxmlformats.org/officeDocument/2006/relationships/hyperlink" Target="https://jupyter.org/try-jupyter/lab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D3EAC-24D1-44C0-2B5F-95DBBB91C7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2"/>
            <a:ext cx="9857173" cy="3813621"/>
          </a:xfrm>
        </p:spPr>
        <p:txBody>
          <a:bodyPr>
            <a:normAutofit/>
          </a:bodyPr>
          <a:lstStyle/>
          <a:p>
            <a:r>
              <a:rPr lang="en-US" dirty="0"/>
              <a:t>Python: Installation: </a:t>
            </a:r>
            <a:br>
              <a:rPr lang="en-US" dirty="0"/>
            </a:br>
            <a:r>
              <a:rPr lang="en-US" dirty="0" err="1"/>
              <a:t>virtualEnv</a:t>
            </a:r>
            <a:r>
              <a:rPr lang="en-US" dirty="0"/>
              <a:t>, anaconda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9010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7951"/>
          </a:xfrm>
        </p:spPr>
        <p:txBody>
          <a:bodyPr/>
          <a:lstStyle/>
          <a:p>
            <a:r>
              <a:rPr lang="en-US" dirty="0"/>
              <a:t>Common </a:t>
            </a:r>
            <a:r>
              <a:rPr lang="en-US" dirty="0" err="1"/>
              <a:t>venv</a:t>
            </a:r>
            <a:r>
              <a:rPr lang="en-US" dirty="0"/>
              <a:t> commands: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CC7D4-A85B-FD92-3CA1-C60883743D22}"/>
              </a:ext>
            </a:extLst>
          </p:cNvPr>
          <p:cNvSpPr txBox="1"/>
          <p:nvPr/>
        </p:nvSpPr>
        <p:spPr>
          <a:xfrm>
            <a:off x="658368" y="2161092"/>
            <a:ext cx="1080820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.\.</a:t>
            </a:r>
            <a:r>
              <a:rPr lang="en-US" sz="1800" dirty="0" err="1"/>
              <a:t>venv</a:t>
            </a:r>
            <a:r>
              <a:rPr lang="en-US" sz="1800" dirty="0"/>
              <a:t>\Scripts\python.exe -m pip install </a:t>
            </a:r>
            <a:r>
              <a:rPr lang="en-US" sz="1800" dirty="0" err="1"/>
              <a:t>jupyter</a:t>
            </a:r>
            <a:r>
              <a:rPr lang="en-US" sz="1800" dirty="0"/>
              <a:t>         (To install </a:t>
            </a:r>
            <a:r>
              <a:rPr lang="en-US" sz="1800" dirty="0" err="1"/>
              <a:t>jupyter</a:t>
            </a:r>
            <a:r>
              <a:rPr lang="en-US" sz="1800" dirty="0"/>
              <a:t> n/b)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.\.</a:t>
            </a:r>
            <a:r>
              <a:rPr lang="en-US" sz="1800" dirty="0" err="1"/>
              <a:t>venv</a:t>
            </a:r>
            <a:r>
              <a:rPr lang="en-US" sz="1800" dirty="0"/>
              <a:t>\Scripts\python.exe -m pip install &lt;package&gt;   (To install via virtual env)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.\.</a:t>
            </a:r>
            <a:r>
              <a:rPr lang="en-US" sz="1800" dirty="0" err="1"/>
              <a:t>venv</a:t>
            </a:r>
            <a:r>
              <a:rPr lang="en-US" sz="1800" dirty="0"/>
              <a:t>\Scripts\python.exe -m pip install -r requirements.txt (To install from requirements file)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.\.</a:t>
            </a:r>
            <a:r>
              <a:rPr lang="en-US" dirty="0" err="1"/>
              <a:t>venv</a:t>
            </a:r>
            <a:r>
              <a:rPr lang="en-US" dirty="0"/>
              <a:t>\Scripts\python.exe -m pip freeze &gt; requirements.txt (To create requirements file)</a:t>
            </a:r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.\.</a:t>
            </a:r>
            <a:r>
              <a:rPr lang="en-US" dirty="0" err="1"/>
              <a:t>venv</a:t>
            </a:r>
            <a:r>
              <a:rPr lang="en-US" dirty="0"/>
              <a:t>\Scripts\python.exe -m </a:t>
            </a:r>
            <a:r>
              <a:rPr lang="en-US" dirty="0" err="1"/>
              <a:t>jupyter</a:t>
            </a:r>
            <a:r>
              <a:rPr lang="en-US" dirty="0"/>
              <a:t> notebook  (To start </a:t>
            </a:r>
            <a:r>
              <a:rPr lang="en-US" dirty="0" err="1"/>
              <a:t>jupyter</a:t>
            </a:r>
            <a:r>
              <a:rPr lang="en-US" dirty="0"/>
              <a:t> n/b via virtual env)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.\.</a:t>
            </a:r>
            <a:r>
              <a:rPr lang="en-US" sz="1800" dirty="0" err="1"/>
              <a:t>venv</a:t>
            </a:r>
            <a:r>
              <a:rPr lang="en-US" sz="1800" dirty="0"/>
              <a:t>\Scripts\activate (To activate virtual env)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90111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86" y="125428"/>
            <a:ext cx="4186562" cy="442744"/>
          </a:xfrm>
        </p:spPr>
        <p:txBody>
          <a:bodyPr>
            <a:normAutofit/>
          </a:bodyPr>
          <a:lstStyle/>
          <a:p>
            <a:r>
              <a:rPr lang="en-US" sz="2400" dirty="0"/>
              <a:t>find 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427" y="760299"/>
            <a:ext cx="5235965" cy="177258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dirty="0"/>
              <a:t>To find all python on your computer: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 err="1"/>
              <a:t>py</a:t>
            </a:r>
            <a:r>
              <a:rPr lang="en-US" sz="1400" b="1" dirty="0"/>
              <a:t> -0</a:t>
            </a:r>
            <a:r>
              <a:rPr lang="en-US" sz="1400" dirty="0"/>
              <a:t>   (lists all installed versions, * in front of default)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/>
              <a:t>where python</a:t>
            </a:r>
            <a:r>
              <a:rPr lang="en-US" sz="1400" dirty="0"/>
              <a:t> (lists all Python executables in your system PATH)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/>
              <a:t>cd C:\Users\&lt;YourUsername&gt;\AppData\Local\Programs\Python</a:t>
            </a:r>
          </a:p>
          <a:p>
            <a:pPr marL="0" indent="0">
              <a:buNone/>
            </a:pPr>
            <a:r>
              <a:rPr lang="en-US" sz="1400" dirty="0"/>
              <a:t> and then run ‘</a:t>
            </a:r>
            <a:r>
              <a:rPr lang="en-US" sz="1400" b="1" dirty="0" err="1"/>
              <a:t>dir</a:t>
            </a:r>
            <a:r>
              <a:rPr lang="en-US" sz="1400" dirty="0"/>
              <a:t>’. Here all python versions will be listed</a:t>
            </a:r>
          </a:p>
          <a:p>
            <a:pPr marL="0" indent="0">
              <a:buNone/>
            </a:pPr>
            <a:r>
              <a:rPr lang="en-US" sz="1400" dirty="0"/>
              <a:t>-------------------------------------------------------------------------------------------------------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439642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D7B05-36A9-3ED3-EB7F-5A1DA2D86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98ACC-9CF6-4E58-D05F-DA62FFB53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886" y="125428"/>
            <a:ext cx="4186562" cy="442744"/>
          </a:xfrm>
        </p:spPr>
        <p:txBody>
          <a:bodyPr>
            <a:normAutofit/>
          </a:bodyPr>
          <a:lstStyle/>
          <a:p>
            <a:r>
              <a:rPr lang="en-US" sz="2400" dirty="0"/>
              <a:t>Create virtual </a:t>
            </a:r>
            <a:r>
              <a:rPr lang="en-US" sz="2400" dirty="0" err="1"/>
              <a:t>env</a:t>
            </a:r>
            <a:r>
              <a:rPr lang="en-US" sz="2400" dirty="0"/>
              <a:t> via </a:t>
            </a:r>
            <a:r>
              <a:rPr lang="en-US" sz="2400" dirty="0" err="1"/>
              <a:t>cmd</a:t>
            </a:r>
            <a:r>
              <a:rPr lang="en-US" sz="2400" dirty="0"/>
              <a:t> 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87191A-B0E3-C9EF-CC0C-2CF135C35192}"/>
              </a:ext>
            </a:extLst>
          </p:cNvPr>
          <p:cNvSpPr txBox="1"/>
          <p:nvPr/>
        </p:nvSpPr>
        <p:spPr>
          <a:xfrm>
            <a:off x="960120" y="887767"/>
            <a:ext cx="10099060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To create virtual environ,. open </a:t>
            </a:r>
            <a:r>
              <a:rPr lang="en-US" sz="1400" b="1" dirty="0"/>
              <a:t>Window </a:t>
            </a:r>
            <a:r>
              <a:rPr lang="en-US" sz="1400" b="1" dirty="0" err="1"/>
              <a:t>Powershell</a:t>
            </a:r>
            <a:r>
              <a:rPr lang="en-US" sz="1400" dirty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PS C:\Users\hi&gt; </a:t>
            </a:r>
            <a:r>
              <a:rPr lang="en-US" sz="1400" b="1" dirty="0" err="1"/>
              <a:t>mkdir</a:t>
            </a:r>
            <a:r>
              <a:rPr lang="en-US" sz="1400" b="1" dirty="0"/>
              <a:t> </a:t>
            </a:r>
            <a:r>
              <a:rPr lang="en-US" sz="1400" b="1" dirty="0" err="1"/>
              <a:t>gemini</a:t>
            </a:r>
            <a:endParaRPr lang="en-US" sz="1400" b="1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PS C:\Users\hi&gt; </a:t>
            </a:r>
            <a:r>
              <a:rPr lang="en-US" sz="1400" b="1" dirty="0"/>
              <a:t>cd </a:t>
            </a:r>
            <a:r>
              <a:rPr lang="en-US" sz="1400" b="1" dirty="0" err="1"/>
              <a:t>gemini</a:t>
            </a:r>
            <a:endParaRPr lang="en-US" sz="1400" b="1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PS C:\Users\hi\gemini&gt; </a:t>
            </a:r>
            <a:r>
              <a:rPr lang="en-US" sz="1400" b="1" dirty="0"/>
              <a:t>C:\Users\hi\AppData\Local\Programs\Python\Python311\python.exe -m </a:t>
            </a:r>
            <a:r>
              <a:rPr lang="en-US" sz="1400" b="1" dirty="0" err="1"/>
              <a:t>venv</a:t>
            </a:r>
            <a:r>
              <a:rPr lang="en-US" sz="1400" b="1" dirty="0"/>
              <a:t> </a:t>
            </a:r>
            <a:r>
              <a:rPr lang="en-US" sz="1400" b="1" dirty="0" err="1"/>
              <a:t>env_test</a:t>
            </a:r>
            <a:r>
              <a:rPr lang="en-US" sz="1400" b="1" dirty="0"/>
              <a:t> </a:t>
            </a:r>
          </a:p>
          <a:p>
            <a:r>
              <a:rPr lang="en-US" sz="1400" dirty="0"/>
              <a:t>Now you would see a new </a:t>
            </a:r>
            <a:r>
              <a:rPr lang="en-US" sz="1400" dirty="0" err="1"/>
              <a:t>dir</a:t>
            </a:r>
            <a:r>
              <a:rPr lang="en-US" sz="1400" dirty="0"/>
              <a:t> </a:t>
            </a:r>
            <a:r>
              <a:rPr lang="en-US" sz="1400" dirty="0" err="1"/>
              <a:t>env_test</a:t>
            </a:r>
            <a:r>
              <a:rPr lang="en-US" sz="1400" dirty="0"/>
              <a:t> in CWD:</a:t>
            </a:r>
          </a:p>
          <a:p>
            <a:r>
              <a:rPr lang="en-US" sz="1400" dirty="0"/>
              <a:t>4.      PS C:\Users\hi\ </a:t>
            </a:r>
            <a:r>
              <a:rPr lang="en-US" sz="1400" dirty="0" err="1"/>
              <a:t>gemini</a:t>
            </a:r>
            <a:r>
              <a:rPr lang="en-US" sz="1400" dirty="0"/>
              <a:t> &gt; </a:t>
            </a:r>
            <a:r>
              <a:rPr lang="en-US" sz="1400" b="1" dirty="0" err="1"/>
              <a:t>dir</a:t>
            </a:r>
            <a:endParaRPr lang="en-US" sz="1400" b="1" dirty="0"/>
          </a:p>
          <a:p>
            <a:endParaRPr lang="en-US" sz="1400" dirty="0"/>
          </a:p>
          <a:p>
            <a:r>
              <a:rPr lang="en-US" sz="1400" dirty="0"/>
              <a:t>    Directory: C:\Users\hi\ </a:t>
            </a:r>
            <a:r>
              <a:rPr lang="en-US" sz="1400" dirty="0" err="1"/>
              <a:t>gemini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Mode                 </a:t>
            </a:r>
            <a:r>
              <a:rPr lang="en-US" sz="1400" dirty="0" err="1"/>
              <a:t>LastWriteTime</a:t>
            </a:r>
            <a:r>
              <a:rPr lang="en-US" sz="1400" dirty="0"/>
              <a:t>         Length Name</a:t>
            </a:r>
          </a:p>
          <a:p>
            <a:r>
              <a:rPr lang="en-US" sz="1400" dirty="0"/>
              <a:t>----                 -------------         ------ ----</a:t>
            </a:r>
          </a:p>
          <a:p>
            <a:r>
              <a:rPr lang="en-US" sz="1400" dirty="0"/>
              <a:t>d-----          5/5/2025  11:34 AM                </a:t>
            </a:r>
            <a:r>
              <a:rPr lang="en-US" sz="1400" dirty="0" err="1"/>
              <a:t>env_test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5. Now we activate </a:t>
            </a:r>
            <a:r>
              <a:rPr lang="en-US" sz="1400" dirty="0" err="1"/>
              <a:t>virt</a:t>
            </a:r>
            <a:r>
              <a:rPr lang="en-US" sz="1400" dirty="0"/>
              <a:t> </a:t>
            </a:r>
            <a:r>
              <a:rPr lang="en-US" sz="1400" dirty="0" err="1"/>
              <a:t>env</a:t>
            </a:r>
            <a:r>
              <a:rPr lang="en-US" sz="1400" dirty="0"/>
              <a:t>.: </a:t>
            </a:r>
          </a:p>
          <a:p>
            <a:r>
              <a:rPr lang="en-US" sz="1400" dirty="0"/>
              <a:t>PS C:\Users\hi\ </a:t>
            </a:r>
            <a:r>
              <a:rPr lang="en-US" sz="1400" dirty="0" err="1"/>
              <a:t>gemini</a:t>
            </a:r>
            <a:r>
              <a:rPr lang="en-US" sz="1400" dirty="0"/>
              <a:t> &gt; </a:t>
            </a:r>
            <a:r>
              <a:rPr lang="en-US" sz="1400" b="1" dirty="0"/>
              <a:t>.\</a:t>
            </a:r>
            <a:r>
              <a:rPr lang="en-US" sz="1400" b="1" dirty="0" err="1"/>
              <a:t>env_test</a:t>
            </a:r>
            <a:r>
              <a:rPr lang="en-US" sz="1400" b="1" dirty="0"/>
              <a:t>\Scripts\activate </a:t>
            </a:r>
          </a:p>
          <a:p>
            <a:r>
              <a:rPr lang="en-US" sz="1400" dirty="0"/>
              <a:t>(</a:t>
            </a:r>
            <a:r>
              <a:rPr lang="en-US" sz="1400" dirty="0" err="1"/>
              <a:t>env_test</a:t>
            </a:r>
            <a:r>
              <a:rPr lang="en-US" sz="1400" dirty="0"/>
              <a:t>) PS C:\Users\hi\ </a:t>
            </a:r>
            <a:r>
              <a:rPr lang="en-US" sz="1400" dirty="0" err="1"/>
              <a:t>gemini</a:t>
            </a:r>
            <a:r>
              <a:rPr lang="en-US" sz="1400" dirty="0"/>
              <a:t> &gt;</a:t>
            </a:r>
          </a:p>
          <a:p>
            <a:endParaRPr lang="en-US" sz="1400" dirty="0"/>
          </a:p>
          <a:p>
            <a:r>
              <a:rPr lang="en-US" sz="1400" dirty="0"/>
              <a:t>6. Now you can install packages and open </a:t>
            </a:r>
            <a:r>
              <a:rPr lang="en-US" sz="1400" dirty="0" err="1"/>
              <a:t>jupyter</a:t>
            </a:r>
            <a:r>
              <a:rPr lang="en-US" sz="1400" dirty="0"/>
              <a:t> notebook:</a:t>
            </a:r>
          </a:p>
          <a:p>
            <a:endParaRPr lang="en-US" sz="1400" dirty="0"/>
          </a:p>
          <a:p>
            <a:r>
              <a:rPr lang="en-US" sz="1400" dirty="0"/>
              <a:t>(</a:t>
            </a:r>
            <a:r>
              <a:rPr lang="en-US" sz="1400" dirty="0" err="1"/>
              <a:t>env_test</a:t>
            </a:r>
            <a:r>
              <a:rPr lang="en-US" sz="1400" dirty="0"/>
              <a:t>) PS C:\Users\hi\ </a:t>
            </a:r>
            <a:r>
              <a:rPr lang="en-US" sz="1400" dirty="0" err="1"/>
              <a:t>gemini</a:t>
            </a:r>
            <a:r>
              <a:rPr lang="en-US" sz="1400" dirty="0"/>
              <a:t> &gt; </a:t>
            </a:r>
            <a:r>
              <a:rPr lang="en-US" sz="1400" b="1" dirty="0"/>
              <a:t>.\</a:t>
            </a:r>
            <a:r>
              <a:rPr lang="en-US" sz="1400" b="1" dirty="0" err="1"/>
              <a:t>env_test</a:t>
            </a:r>
            <a:r>
              <a:rPr lang="en-US" sz="1400" b="1" dirty="0"/>
              <a:t>\Scripts\python.exe -m </a:t>
            </a:r>
            <a:r>
              <a:rPr lang="en-US" sz="1400" b="1" dirty="0" err="1"/>
              <a:t>jupyter</a:t>
            </a:r>
            <a:r>
              <a:rPr lang="en-US" sz="1400" b="1" dirty="0"/>
              <a:t> notebook</a:t>
            </a:r>
          </a:p>
          <a:p>
            <a:r>
              <a:rPr lang="en-US" sz="1400" dirty="0"/>
              <a:t>C:\Users\hi\gemini\env_test\Scripts\python.exe: No module named </a:t>
            </a:r>
            <a:r>
              <a:rPr lang="en-US" sz="1400" dirty="0" err="1"/>
              <a:t>jupyter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(</a:t>
            </a:r>
            <a:r>
              <a:rPr lang="en-US" sz="1400" dirty="0" err="1"/>
              <a:t>env_test</a:t>
            </a:r>
            <a:r>
              <a:rPr lang="en-US" sz="1400" dirty="0"/>
              <a:t>) PS C:\Users\hi\gemini&gt; </a:t>
            </a:r>
            <a:r>
              <a:rPr lang="en-US" sz="1400" b="1" dirty="0"/>
              <a:t>.\</a:t>
            </a:r>
            <a:r>
              <a:rPr lang="en-US" sz="1400" b="1" dirty="0" err="1"/>
              <a:t>env_test</a:t>
            </a:r>
            <a:r>
              <a:rPr lang="en-US" sz="1400" b="1" dirty="0"/>
              <a:t>\Scripts\python.exe -m pip install </a:t>
            </a:r>
            <a:r>
              <a:rPr lang="en-US" sz="1400" b="1" dirty="0" err="1"/>
              <a:t>jupyter</a:t>
            </a:r>
            <a:endParaRPr lang="en-US" sz="1400" b="1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71080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85" y="63282"/>
            <a:ext cx="4239827" cy="558153"/>
          </a:xfrm>
        </p:spPr>
        <p:txBody>
          <a:bodyPr>
            <a:noAutofit/>
          </a:bodyPr>
          <a:lstStyle/>
          <a:p>
            <a:r>
              <a:rPr lang="en-US" sz="2800" dirty="0"/>
              <a:t>Common </a:t>
            </a:r>
            <a:r>
              <a:rPr lang="en-US" sz="2800" dirty="0" err="1"/>
              <a:t>conda</a:t>
            </a:r>
            <a:r>
              <a:rPr lang="en-US" sz="2800" dirty="0"/>
              <a:t>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87916" y="133161"/>
            <a:ext cx="78638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https://docs.conda.io/projects/conda/en/latest/_downloads/843d9e0198f2a193a3484886fa28163c/conda-cheatsheet.pdf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6946" y="1593889"/>
            <a:ext cx="5282921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Steps to create a new environ:</a:t>
            </a:r>
          </a:p>
          <a:p>
            <a:r>
              <a:rPr lang="en-US" dirty="0"/>
              <a:t>Go inside the </a:t>
            </a:r>
            <a:r>
              <a:rPr lang="en-US" dirty="0" err="1"/>
              <a:t>project_dir</a:t>
            </a:r>
            <a:r>
              <a:rPr lang="en-US" dirty="0"/>
              <a:t>(e.g. </a:t>
            </a:r>
            <a:r>
              <a:rPr lang="en-US" dirty="0" err="1"/>
              <a:t>gen_ai</a:t>
            </a:r>
            <a:r>
              <a:rPr lang="en-US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conda</a:t>
            </a:r>
            <a:r>
              <a:rPr lang="en-US" dirty="0"/>
              <a:t> create --name </a:t>
            </a:r>
            <a:r>
              <a:rPr lang="en-US" dirty="0" err="1"/>
              <a:t>env_genai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conda</a:t>
            </a:r>
            <a:r>
              <a:rPr lang="en-US" dirty="0"/>
              <a:t> activate </a:t>
            </a:r>
            <a:r>
              <a:rPr lang="en-US" dirty="0" err="1"/>
              <a:t>env_genai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conda</a:t>
            </a:r>
            <a:r>
              <a:rPr lang="en-US" dirty="0"/>
              <a:t> list python   (showed no python </a:t>
            </a:r>
            <a:r>
              <a:rPr lang="en-US" dirty="0" err="1"/>
              <a:t>interpretor</a:t>
            </a:r>
            <a:r>
              <a:rPr lang="en-US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conda</a:t>
            </a:r>
            <a:r>
              <a:rPr lang="en-US" dirty="0"/>
              <a:t> install python=3.12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conda</a:t>
            </a:r>
            <a:r>
              <a:rPr lang="en-US" dirty="0"/>
              <a:t> install </a:t>
            </a:r>
            <a:r>
              <a:rPr lang="en-US" dirty="0" err="1"/>
              <a:t>jupyter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conda</a:t>
            </a:r>
            <a:r>
              <a:rPr lang="en-US" dirty="0"/>
              <a:t> list python   (showed python </a:t>
            </a:r>
            <a:r>
              <a:rPr lang="en-US" dirty="0" err="1"/>
              <a:t>interpretor</a:t>
            </a:r>
            <a:r>
              <a:rPr lang="en-US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conda</a:t>
            </a:r>
            <a:r>
              <a:rPr lang="en-US" dirty="0"/>
              <a:t> list </a:t>
            </a:r>
            <a:r>
              <a:rPr lang="en-US" dirty="0" err="1"/>
              <a:t>jupyter</a:t>
            </a:r>
            <a:r>
              <a:rPr lang="en-US" dirty="0"/>
              <a:t> (showed </a:t>
            </a:r>
            <a:r>
              <a:rPr lang="en-US" dirty="0" err="1"/>
              <a:t>jupyter</a:t>
            </a:r>
            <a:r>
              <a:rPr lang="en-US" dirty="0"/>
              <a:t> installed)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python (make sure its python3.12)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python –m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r>
              <a:rPr lang="en-US" dirty="0"/>
              <a:t>Now you can install packages from </a:t>
            </a:r>
            <a:r>
              <a:rPr lang="en-US" dirty="0" err="1"/>
              <a:t>jupyter</a:t>
            </a:r>
            <a:r>
              <a:rPr lang="en-US" dirty="0"/>
              <a:t> cells:</a:t>
            </a:r>
          </a:p>
          <a:p>
            <a:r>
              <a:rPr lang="en-US" dirty="0"/>
              <a:t>pip install pandas, </a:t>
            </a:r>
            <a:r>
              <a:rPr lang="en-US" dirty="0" err="1"/>
              <a:t>etc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C187D1-3006-9051-E340-A297DECDC430}"/>
              </a:ext>
            </a:extLst>
          </p:cNvPr>
          <p:cNvSpPr txBox="1"/>
          <p:nvPr/>
        </p:nvSpPr>
        <p:spPr>
          <a:xfrm>
            <a:off x="548640" y="1305342"/>
            <a:ext cx="60716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conda</a:t>
            </a:r>
            <a:r>
              <a:rPr lang="en-US" sz="1800" dirty="0"/>
              <a:t>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conda</a:t>
            </a:r>
            <a:r>
              <a:rPr lang="en-US" sz="1800" dirty="0"/>
              <a:t> create --name ENV_NAME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conda</a:t>
            </a:r>
            <a:r>
              <a:rPr lang="en-US" sz="1800" dirty="0"/>
              <a:t> create -n ENVNAME python=3.10 </a:t>
            </a:r>
          </a:p>
          <a:p>
            <a:r>
              <a:rPr lang="en-US" sz="1800" dirty="0"/>
              <a:t>(create env with specific python)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conda rename -n ENV_NAME NEW_ENVNAME</a:t>
            </a: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conda remove -n ENVNAME –all  (remove env)</a:t>
            </a: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conda</a:t>
            </a:r>
            <a:r>
              <a:rPr lang="en-US" sz="1800" dirty="0"/>
              <a:t> activate ENV_NAME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conda</a:t>
            </a:r>
            <a:r>
              <a:rPr lang="en-US" sz="1800" dirty="0"/>
              <a:t> list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conda</a:t>
            </a:r>
            <a:r>
              <a:rPr lang="en-US" sz="1800" dirty="0"/>
              <a:t> env list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conda</a:t>
            </a:r>
            <a:r>
              <a:rPr lang="en-US" sz="1800" dirty="0"/>
              <a:t> install PKGNAME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conda</a:t>
            </a:r>
            <a:r>
              <a:rPr lang="en-US" sz="1800" dirty="0"/>
              <a:t> uninstall PKGNAME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conda</a:t>
            </a:r>
            <a:r>
              <a:rPr lang="en-US" sz="1800" dirty="0"/>
              <a:t> export ENV_NAME&gt;</a:t>
            </a:r>
            <a:r>
              <a:rPr lang="en-US" sz="1800" dirty="0" err="1"/>
              <a:t>ENV.yml</a:t>
            </a:r>
            <a:r>
              <a:rPr lang="en-US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800" dirty="0"/>
              <a:t>conda env create -n ENV_NAME --file ENV.yml   </a:t>
            </a:r>
          </a:p>
          <a:p>
            <a:r>
              <a:rPr lang="pt-BR" sz="1800" dirty="0"/>
              <a:t>(for importing the env)</a:t>
            </a: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where python (gives the path of python)</a:t>
            </a:r>
          </a:p>
        </p:txBody>
      </p:sp>
    </p:spTree>
    <p:extLst>
      <p:ext uri="{BB962C8B-B14F-4D97-AF65-F5344CB8AC3E}">
        <p14:creationId xmlns:p14="http://schemas.microsoft.com/office/powerpoint/2010/main" val="2751914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2963" y="1825625"/>
            <a:ext cx="1174515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/>
              <a:t>1) Open </a:t>
            </a:r>
            <a:r>
              <a:rPr lang="en-US" sz="1400" b="1" dirty="0" err="1"/>
              <a:t>powershell</a:t>
            </a:r>
            <a:r>
              <a:rPr lang="en-US" sz="1400" b="1" dirty="0"/>
              <a:t> as Administrator:</a:t>
            </a:r>
            <a:br>
              <a:rPr lang="en-US" sz="1400" b="1" dirty="0"/>
            </a:br>
            <a:endParaRPr lang="en-US" sz="1400" b="1" dirty="0"/>
          </a:p>
          <a:p>
            <a:pPr marL="0" indent="0">
              <a:buNone/>
            </a:pPr>
            <a:r>
              <a:rPr lang="en-US" sz="1400" dirty="0"/>
              <a:t>2) C:\Users\Admin\Documents\WindowsPowerShell\profile.ps1 cannot be loaded because running scripts is disabled on this system. For more information, see </a:t>
            </a:r>
            <a:r>
              <a:rPr lang="en-US" sz="1400" dirty="0" err="1"/>
              <a:t>about_Execution_Policies</a:t>
            </a:r>
            <a:r>
              <a:rPr lang="en-US" sz="1400" dirty="0"/>
              <a:t> at https:/go.microsoft.com/</a:t>
            </a:r>
            <a:r>
              <a:rPr lang="en-US" sz="1400" dirty="0" err="1"/>
              <a:t>fwlink</a:t>
            </a:r>
            <a:r>
              <a:rPr lang="en-US" sz="1400" dirty="0"/>
              <a:t>/?</a:t>
            </a:r>
            <a:r>
              <a:rPr lang="en-US" sz="1400" dirty="0" err="1"/>
              <a:t>LinkID</a:t>
            </a:r>
            <a:r>
              <a:rPr lang="en-US" sz="1400" dirty="0"/>
              <a:t>=135170. At line:1 char:3 + . 'C:\Users\Admin\Documents\</a:t>
            </a:r>
            <a:r>
              <a:rPr lang="en-US" sz="1400" dirty="0" err="1"/>
              <a:t>WindowsPowerShell</a:t>
            </a:r>
            <a:r>
              <a:rPr lang="en-US" sz="1400" dirty="0"/>
              <a:t>\profile.ps1' + ~~~~~~~~~~~~~~~~~~~~~~~~~~~~~~~~~~~~~~~~~~~~~~~~~~~~~~~~ + </a:t>
            </a:r>
            <a:r>
              <a:rPr lang="en-US" sz="1400" dirty="0" err="1"/>
              <a:t>CategoryInfo</a:t>
            </a:r>
            <a:r>
              <a:rPr lang="en-US" sz="1400" dirty="0"/>
              <a:t> : </a:t>
            </a:r>
            <a:r>
              <a:rPr lang="en-US" sz="1400" dirty="0" err="1"/>
              <a:t>SecurityError</a:t>
            </a:r>
            <a:r>
              <a:rPr lang="en-US" sz="1400" dirty="0"/>
              <a:t>: (:) [], </a:t>
            </a:r>
            <a:r>
              <a:rPr lang="en-US" sz="1400" dirty="0" err="1"/>
              <a:t>PSSecurityException</a:t>
            </a:r>
            <a:r>
              <a:rPr lang="en-US" sz="1400" dirty="0"/>
              <a:t> + </a:t>
            </a:r>
            <a:r>
              <a:rPr lang="en-US" sz="1400" dirty="0" err="1"/>
              <a:t>FullyQualifiedErrorId</a:t>
            </a:r>
            <a:r>
              <a:rPr lang="en-US" sz="1400" dirty="0"/>
              <a:t> : </a:t>
            </a:r>
            <a:r>
              <a:rPr lang="en-US" sz="1400" dirty="0" err="1"/>
              <a:t>UnauthorizedAccess</a:t>
            </a:r>
            <a:r>
              <a:rPr lang="en-US" sz="1400" dirty="0"/>
              <a:t> . : Fi</a:t>
            </a:r>
          </a:p>
          <a:p>
            <a:pPr marL="0" indent="0">
              <a:buNone/>
            </a:pPr>
            <a:r>
              <a:rPr lang="en-US" sz="1400" dirty="0"/>
              <a:t>PS C:\WINDOWS\system32&gt; </a:t>
            </a:r>
            <a:r>
              <a:rPr lang="en-US" sz="1400" b="1" dirty="0"/>
              <a:t>Set-</a:t>
            </a:r>
            <a:r>
              <a:rPr lang="en-US" sz="1400" b="1" dirty="0" err="1"/>
              <a:t>ExecutionPolicy</a:t>
            </a:r>
            <a:r>
              <a:rPr lang="en-US" sz="1400" b="1" dirty="0"/>
              <a:t> </a:t>
            </a:r>
            <a:r>
              <a:rPr lang="en-US" sz="1400" b="1" dirty="0" err="1"/>
              <a:t>RemoteSigned</a:t>
            </a:r>
            <a:r>
              <a:rPr lang="en-US" sz="1400" b="1" dirty="0"/>
              <a:t> -Scope </a:t>
            </a:r>
            <a:r>
              <a:rPr lang="en-US" sz="1400" b="1" dirty="0" err="1"/>
              <a:t>LocalMachine</a:t>
            </a:r>
            <a:endParaRPr lang="en-US" sz="1400" b="1" dirty="0"/>
          </a:p>
          <a:p>
            <a:pPr marL="0" indent="0">
              <a:buNone/>
            </a:pPr>
            <a:r>
              <a:rPr lang="en-US" sz="1400" dirty="0"/>
              <a:t>Execution Policy Change The execution policy helps protect you from scripts that you do not trust. Changing the execution policy might expose you to the security risks described in the </a:t>
            </a:r>
            <a:r>
              <a:rPr lang="en-US" sz="1400" dirty="0" err="1"/>
              <a:t>about_Execution_Policies</a:t>
            </a:r>
            <a:r>
              <a:rPr lang="en-US" sz="1400" dirty="0"/>
              <a:t> help topic at https:/go.microsoft.com/</a:t>
            </a:r>
            <a:r>
              <a:rPr lang="en-US" sz="1400" dirty="0" err="1"/>
              <a:t>fwlink</a:t>
            </a:r>
            <a:r>
              <a:rPr lang="en-US" sz="1400" dirty="0"/>
              <a:t>/?</a:t>
            </a:r>
            <a:r>
              <a:rPr lang="en-US" sz="1400" dirty="0" err="1"/>
              <a:t>LinkID</a:t>
            </a:r>
            <a:r>
              <a:rPr lang="en-US" sz="1400" dirty="0"/>
              <a:t>=135170.</a:t>
            </a:r>
          </a:p>
          <a:p>
            <a:pPr marL="0" indent="0">
              <a:buNone/>
            </a:pPr>
            <a:r>
              <a:rPr lang="en-US" sz="1400" dirty="0"/>
              <a:t>Do you want to change the execution policy? [Y] Yes [A] Yes to All [N] No [L] No to All [S] Suspend [?] Help (default is "N"): </a:t>
            </a:r>
            <a:r>
              <a:rPr lang="en-US" sz="1400" b="1" dirty="0"/>
              <a:t>Y 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Following is NOT needed:</a:t>
            </a:r>
          </a:p>
          <a:p>
            <a:pPr marL="0" indent="0">
              <a:buNone/>
            </a:pPr>
            <a:r>
              <a:rPr lang="en-US" sz="1400" dirty="0"/>
              <a:t>3) PS C:\WINDOWS\system32&gt; </a:t>
            </a:r>
            <a:r>
              <a:rPr lang="en-US" sz="1400" b="1" dirty="0"/>
              <a:t>Get-</a:t>
            </a:r>
            <a:r>
              <a:rPr lang="en-US" sz="1400" b="1" dirty="0" err="1"/>
              <a:t>ExecutionPolicy</a:t>
            </a:r>
            <a:r>
              <a:rPr lang="en-US" sz="1400" b="1" dirty="0"/>
              <a:t> -Scope </a:t>
            </a:r>
            <a:r>
              <a:rPr lang="en-US" sz="1400" b="1" dirty="0" err="1"/>
              <a:t>LocalMachine</a:t>
            </a:r>
            <a:r>
              <a:rPr lang="en-US" sz="1400" b="1" dirty="0"/>
              <a:t> </a:t>
            </a:r>
            <a:r>
              <a:rPr lang="en-US" sz="1400" b="1" dirty="0" err="1"/>
              <a:t>RemoteSigned</a:t>
            </a:r>
            <a:endParaRPr lang="en-US" sz="14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417250" y="594804"/>
            <a:ext cx="24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Issues with </a:t>
            </a:r>
            <a:r>
              <a:rPr lang="en-US" dirty="0" err="1"/>
              <a:t>powershell</a:t>
            </a:r>
            <a:r>
              <a:rPr lang="en-US" dirty="0"/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102008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60" y="45528"/>
            <a:ext cx="4257583" cy="602541"/>
          </a:xfrm>
        </p:spPr>
        <p:txBody>
          <a:bodyPr>
            <a:normAutofit/>
          </a:bodyPr>
          <a:lstStyle/>
          <a:p>
            <a:r>
              <a:rPr lang="en-US" sz="2800" dirty="0"/>
              <a:t>Anaconda</a:t>
            </a:r>
            <a:r>
              <a:rPr lang="en-US" sz="2800" dirty="0">
                <a:sym typeface="Wingdings" panose="05000000000000000000" pitchFamily="2" charset="2"/>
              </a:rPr>
              <a:t>(p1)</a:t>
            </a:r>
            <a:endParaRPr lang="en-US" sz="28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44" y="1621405"/>
            <a:ext cx="10688714" cy="46781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6423" y="666395"/>
            <a:ext cx="1748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Step1: Click here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7910004" y="1035727"/>
            <a:ext cx="692458" cy="1165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883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60" y="45528"/>
            <a:ext cx="4257583" cy="602541"/>
          </a:xfrm>
        </p:spPr>
        <p:txBody>
          <a:bodyPr>
            <a:normAutofit/>
          </a:bodyPr>
          <a:lstStyle/>
          <a:p>
            <a:r>
              <a:rPr lang="en-US" sz="2800" dirty="0"/>
              <a:t>Anaconda</a:t>
            </a:r>
            <a:r>
              <a:rPr lang="en-US" sz="2800" dirty="0">
                <a:sym typeface="Wingdings" panose="05000000000000000000" pitchFamily="2" charset="2"/>
              </a:rPr>
              <a:t>(p2)</a:t>
            </a:r>
            <a:endParaRPr lang="en-US" sz="28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003" y="1346196"/>
            <a:ext cx="8673795" cy="46781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7621" y="6401385"/>
            <a:ext cx="3517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Step2: Click here…skip registration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6853561" y="4980373"/>
            <a:ext cx="870012" cy="134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6308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60" y="45528"/>
            <a:ext cx="4257583" cy="602541"/>
          </a:xfrm>
        </p:spPr>
        <p:txBody>
          <a:bodyPr>
            <a:normAutofit/>
          </a:bodyPr>
          <a:lstStyle/>
          <a:p>
            <a:r>
              <a:rPr lang="en-US" sz="2800" dirty="0"/>
              <a:t>Anaconda</a:t>
            </a:r>
            <a:r>
              <a:rPr lang="en-US" sz="2800" dirty="0">
                <a:sym typeface="Wingdings" panose="05000000000000000000" pitchFamily="2" charset="2"/>
              </a:rPr>
              <a:t>(p3)</a:t>
            </a:r>
            <a:endParaRPr lang="en-US" sz="28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4511" y="1346196"/>
            <a:ext cx="7672779" cy="46781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7621" y="6401385"/>
            <a:ext cx="6524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Step3: Click here…download. It took me 3 minutes. File size=950MB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H="1" flipV="1">
            <a:off x="4003829" y="4394447"/>
            <a:ext cx="1997476" cy="2006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5692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60" y="45528"/>
            <a:ext cx="4257583" cy="602541"/>
          </a:xfrm>
        </p:spPr>
        <p:txBody>
          <a:bodyPr>
            <a:normAutofit/>
          </a:bodyPr>
          <a:lstStyle/>
          <a:p>
            <a:r>
              <a:rPr lang="en-US" sz="2800" dirty="0"/>
              <a:t>Anaconda</a:t>
            </a:r>
            <a:r>
              <a:rPr lang="en-US" sz="2800" dirty="0">
                <a:sym typeface="Wingdings" panose="05000000000000000000" pitchFamily="2" charset="2"/>
              </a:rPr>
              <a:t>(p4)</a:t>
            </a:r>
            <a:endParaRPr lang="en-US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363883" y="1231852"/>
            <a:ext cx="28359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Step4: </a:t>
            </a:r>
            <a:r>
              <a:rPr lang="en-US" dirty="0" err="1"/>
              <a:t>goto</a:t>
            </a:r>
            <a:r>
              <a:rPr lang="en-US" dirty="0"/>
              <a:t> download </a:t>
            </a:r>
            <a:r>
              <a:rPr lang="en-US" dirty="0" err="1"/>
              <a:t>dir</a:t>
            </a:r>
            <a:endParaRPr lang="en-US" dirty="0"/>
          </a:p>
          <a:p>
            <a:r>
              <a:rPr lang="en-US" dirty="0"/>
              <a:t>Click on </a:t>
            </a:r>
            <a:r>
              <a:rPr lang="en-US" dirty="0" err="1"/>
              <a:t>anaconda_installer</a:t>
            </a:r>
            <a:r>
              <a:rPr lang="en-US" dirty="0"/>
              <a:t>..</a:t>
            </a:r>
          </a:p>
          <a:p>
            <a:r>
              <a:rPr lang="en-US" dirty="0"/>
              <a:t>Agree to the terms..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1212" y="45528"/>
            <a:ext cx="4266406" cy="3328909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5377758" y="1530036"/>
            <a:ext cx="1086416" cy="262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1212" y="3545614"/>
            <a:ext cx="4107302" cy="3224190"/>
          </a:xfrm>
          <a:prstGeom prst="rect">
            <a:avLst/>
          </a:prstGeom>
        </p:spPr>
      </p:pic>
      <p:cxnSp>
        <p:nvCxnSpPr>
          <p:cNvPr id="12" name="Straight Arrow Connector 11"/>
          <p:cNvCxnSpPr/>
          <p:nvPr/>
        </p:nvCxnSpPr>
        <p:spPr>
          <a:xfrm flipV="1">
            <a:off x="4110273" y="5575427"/>
            <a:ext cx="2506301" cy="28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6705" y="5622202"/>
            <a:ext cx="4260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Pick drive that has at least 15 GB free space</a:t>
            </a:r>
          </a:p>
        </p:txBody>
      </p:sp>
    </p:spTree>
    <p:extLst>
      <p:ext uri="{BB962C8B-B14F-4D97-AF65-F5344CB8AC3E}">
        <p14:creationId xmlns:p14="http://schemas.microsoft.com/office/powerpoint/2010/main" val="4132706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60" y="45528"/>
            <a:ext cx="4257583" cy="602541"/>
          </a:xfrm>
        </p:spPr>
        <p:txBody>
          <a:bodyPr>
            <a:normAutofit/>
          </a:bodyPr>
          <a:lstStyle/>
          <a:p>
            <a:r>
              <a:rPr lang="en-US" sz="2800" dirty="0"/>
              <a:t>Anaconda</a:t>
            </a:r>
            <a:r>
              <a:rPr lang="en-US" sz="2800" dirty="0">
                <a:sym typeface="Wingdings" panose="05000000000000000000" pitchFamily="2" charset="2"/>
              </a:rPr>
              <a:t>(p5)</a:t>
            </a:r>
            <a:endParaRPr lang="en-US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391042" y="1231852"/>
            <a:ext cx="4606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Step5:I select following options</a:t>
            </a:r>
          </a:p>
          <a:p>
            <a:r>
              <a:rPr lang="en-US" dirty="0"/>
              <a:t>It would take 5 minutes for installation to finish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5323438" y="1416518"/>
            <a:ext cx="1912909" cy="682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1414" y="544292"/>
            <a:ext cx="4056235" cy="3136929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>
            <a:off x="5205743" y="1878183"/>
            <a:ext cx="2145671" cy="4847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032" y="3863444"/>
            <a:ext cx="3626997" cy="28587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79422" y="4001632"/>
            <a:ext cx="4072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that answer series of </a:t>
            </a:r>
            <a:r>
              <a:rPr lang="en-US" dirty="0" err="1"/>
              <a:t>qst</a:t>
            </a:r>
            <a:r>
              <a:rPr lang="en-US" dirty="0"/>
              <a:t>., and then </a:t>
            </a:r>
          </a:p>
        </p:txBody>
      </p:sp>
      <p:cxnSp>
        <p:nvCxnSpPr>
          <p:cNvPr id="20" name="Straight Arrow Connector 19"/>
          <p:cNvCxnSpPr>
            <a:stCxn id="19" idx="3"/>
          </p:cNvCxnSpPr>
          <p:nvPr/>
        </p:nvCxnSpPr>
        <p:spPr>
          <a:xfrm>
            <a:off x="4652204" y="4186298"/>
            <a:ext cx="2699209" cy="6694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2963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EE7B-0F07-0FA1-673A-BC752B154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941E2-FA9E-911F-5085-DBA28B811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Some sites that offer online </a:t>
            </a:r>
            <a:r>
              <a:rPr lang="en-US" dirty="0" err="1"/>
              <a:t>jupyter</a:t>
            </a:r>
            <a:r>
              <a:rPr lang="en-US" dirty="0"/>
              <a:t> server:</a:t>
            </a:r>
          </a:p>
          <a:p>
            <a:r>
              <a:rPr lang="en-IN" dirty="0"/>
              <a:t>Google </a:t>
            </a:r>
            <a:r>
              <a:rPr lang="en-IN" dirty="0" err="1"/>
              <a:t>colab</a:t>
            </a:r>
            <a:endParaRPr lang="en-IN" dirty="0"/>
          </a:p>
          <a:p>
            <a:r>
              <a:rPr lang="en-IN" dirty="0"/>
              <a:t>Kaggle</a:t>
            </a:r>
          </a:p>
          <a:p>
            <a:r>
              <a:rPr lang="en-IN" dirty="0" err="1"/>
              <a:t>CoCalc</a:t>
            </a:r>
            <a:endParaRPr lang="en-IN" dirty="0"/>
          </a:p>
          <a:p>
            <a:r>
              <a:rPr lang="en-IN" dirty="0">
                <a:hlinkClick r:id="rId2"/>
              </a:rPr>
              <a:t>https://jupyter.org/try-jupyter/lab/</a:t>
            </a:r>
            <a:endParaRPr lang="en-IN" dirty="0"/>
          </a:p>
          <a:p>
            <a:r>
              <a:rPr lang="en-IN" dirty="0"/>
              <a:t>https://deepnote.com/</a:t>
            </a:r>
          </a:p>
          <a:p>
            <a:r>
              <a:rPr lang="en-IN" dirty="0"/>
              <a:t>https://mybinder.org/</a:t>
            </a:r>
          </a:p>
          <a:p>
            <a:r>
              <a:rPr lang="en-IN" dirty="0">
                <a:hlinkClick r:id="rId3"/>
              </a:rPr>
              <a:t>https://studiolab.sagemaker.aws/</a:t>
            </a:r>
            <a:r>
              <a:rPr lang="en-IN" dirty="0"/>
              <a:t> -&gt; create an account, and an email will be sent to you in next 30 seconds.. Open your mail-box and click on the email…and then have to wait another ?? time</a:t>
            </a:r>
          </a:p>
        </p:txBody>
      </p:sp>
    </p:spTree>
    <p:extLst>
      <p:ext uri="{BB962C8B-B14F-4D97-AF65-F5344CB8AC3E}">
        <p14:creationId xmlns:p14="http://schemas.microsoft.com/office/powerpoint/2010/main" val="37530468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EE7B-0F07-0FA1-673A-BC752B154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Jupyter</a:t>
            </a:r>
            <a:r>
              <a:rPr lang="en-US" dirty="0"/>
              <a:t> notebook(see </a:t>
            </a:r>
            <a:r>
              <a:rPr lang="en-US" dirty="0" err="1"/>
              <a:t>jupyter</a:t>
            </a:r>
            <a:r>
              <a:rPr lang="en-US"/>
              <a:t> n/b)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941E2-FA9E-911F-5085-DBA28B811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Allows to create/test snippets of code and after you are satisfied, keep necessary code and remove </a:t>
            </a:r>
            <a:r>
              <a:rPr lang="en-IN"/>
              <a:t>unwanted cells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882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1563</TotalTime>
  <Words>1107</Words>
  <Application>Microsoft Office PowerPoint</Application>
  <PresentationFormat>Widescreen</PresentationFormat>
  <Paragraphs>112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Wingdings</vt:lpstr>
      <vt:lpstr>Office Theme</vt:lpstr>
      <vt:lpstr>Python: Installation:  virtualEnv, anaconda</vt:lpstr>
      <vt:lpstr>Common venv commands:</vt:lpstr>
      <vt:lpstr>find all python</vt:lpstr>
      <vt:lpstr>Create virtual env via cmd line:</vt:lpstr>
      <vt:lpstr>Common conda commands</vt:lpstr>
      <vt:lpstr>PowerPoint Presentation</vt:lpstr>
      <vt:lpstr>Anaconda(p1)</vt:lpstr>
      <vt:lpstr>Anaconda(p2)</vt:lpstr>
      <vt:lpstr>Anaconda(p3)</vt:lpstr>
      <vt:lpstr>Anaconda(p4)</vt:lpstr>
      <vt:lpstr>Anaconda(p5)</vt:lpstr>
      <vt:lpstr>Jupyter notebook</vt:lpstr>
      <vt:lpstr>Why Jupyter notebook(see jupyter n/b)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Python: Implementation, Architecture and Installation</dc:title>
  <dc:creator>ash322.ash422@gmail.com</dc:creator>
  <cp:lastModifiedBy>Ashwani Kumar</cp:lastModifiedBy>
  <cp:revision>175</cp:revision>
  <dcterms:created xsi:type="dcterms:W3CDTF">2025-02-12T06:37:55Z</dcterms:created>
  <dcterms:modified xsi:type="dcterms:W3CDTF">2026-01-08T06:40:48Z</dcterms:modified>
</cp:coreProperties>
</file>