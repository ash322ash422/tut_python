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70" r:id="rId2"/>
    <p:sldId id="262" r:id="rId3"/>
    <p:sldId id="263" r:id="rId4"/>
    <p:sldId id="264" r:id="rId5"/>
    <p:sldId id="274" r:id="rId6"/>
    <p:sldId id="271" r:id="rId7"/>
    <p:sldId id="272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2" autoAdjust="0"/>
    <p:restoredTop sz="90194" autoAdjust="0"/>
  </p:normalViewPr>
  <p:slideViewPr>
    <p:cSldViewPr snapToGrid="0">
      <p:cViewPr varScale="1">
        <p:scale>
          <a:sx n="100" d="100"/>
          <a:sy n="100" d="100"/>
        </p:scale>
        <p:origin x="12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wnload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D3EAC-24D1-44C0-2B5F-95DBBB91C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799" y="2379217"/>
            <a:ext cx="9857173" cy="1049783"/>
          </a:xfrm>
        </p:spPr>
        <p:txBody>
          <a:bodyPr>
            <a:normAutofit/>
          </a:bodyPr>
          <a:lstStyle/>
          <a:p>
            <a:r>
              <a:rPr lang="en-US" dirty="0"/>
              <a:t>Installation – VS Code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2430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71500-2090-4BD0-84D8-90AD88385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981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n-US" dirty="0"/>
              <a:t>Installation of VS Code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D8DBAC-4DF3-D5B2-A8BB-D944489F9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591" y="1130710"/>
            <a:ext cx="6227332" cy="50382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E5EEF2-5B0C-39B0-D85B-54748EDD787C}"/>
              </a:ext>
            </a:extLst>
          </p:cNvPr>
          <p:cNvSpPr txBox="1"/>
          <p:nvPr/>
        </p:nvSpPr>
        <p:spPr>
          <a:xfrm>
            <a:off x="29717" y="1636098"/>
            <a:ext cx="546287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install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VSCode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https://code.visualstudio.com/download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on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 for windows.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This would install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Vscode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is approx. 100MB in size. Double click on this downloaded file. </a:t>
            </a:r>
          </a:p>
          <a:p>
            <a:pPr marL="342900" indent="-342900">
              <a:buAutoNum type="arabicPeriod"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will see a message that is displayed on RHS. Select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accept the agreement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then click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Next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758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9CDB2-B77C-F024-C467-3D7E48AF6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BA3FA-1ED7-553A-D2A9-A2138E0C0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166" y="1071491"/>
            <a:ext cx="4817806" cy="15075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Make sure you select following displayed select-box.</a:t>
            </a:r>
          </a:p>
          <a:p>
            <a:pPr marL="0" indent="0">
              <a:buNone/>
            </a:pPr>
            <a:r>
              <a:rPr lang="en-IN" sz="2400" dirty="0"/>
              <a:t>Click </a:t>
            </a:r>
            <a:r>
              <a:rPr lang="en-IN" sz="2400" b="1" dirty="0"/>
              <a:t>Next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28C916-4172-8E0C-FDC1-7DBB7D783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6360" y="1045566"/>
            <a:ext cx="6979097" cy="572669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7AB8062-8B18-48F5-B330-B1AE00260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981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n-US" dirty="0"/>
              <a:t>Installation of VS Code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882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08DF6-1E03-0B2C-2693-9745D68F2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EA31FD-5EA7-AAE7-8E85-3BA50D6586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300" y="934067"/>
            <a:ext cx="6615397" cy="524113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A9B5103-5A3A-4F93-0FD5-ED2B349BA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981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n-US" dirty="0"/>
              <a:t>Installation of VS Code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ED8725-E8DA-F5B1-EB17-1A5B49B34E31}"/>
              </a:ext>
            </a:extLst>
          </p:cNvPr>
          <p:cNvSpPr txBox="1"/>
          <p:nvPr/>
        </p:nvSpPr>
        <p:spPr>
          <a:xfrm>
            <a:off x="157734" y="1521244"/>
            <a:ext cx="51005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you would see following screen. </a:t>
            </a:r>
          </a:p>
          <a:p>
            <a:pPr marL="0" indent="0"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Install</a:t>
            </a:r>
          </a:p>
        </p:txBody>
      </p:sp>
    </p:spTree>
    <p:extLst>
      <p:ext uri="{BB962C8B-B14F-4D97-AF65-F5344CB8AC3E}">
        <p14:creationId xmlns:p14="http://schemas.microsoft.com/office/powerpoint/2010/main" val="1878081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D4AE1-9B3D-2AB1-4BA8-AFE2E67A8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A4AEC2-9FB6-8D65-3F3E-3B933C78C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981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n-US" dirty="0"/>
              <a:t>Installation of VS Code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E0E089-04D8-B5EA-E744-0FD53EAA4596}"/>
              </a:ext>
            </a:extLst>
          </p:cNvPr>
          <p:cNvSpPr txBox="1"/>
          <p:nvPr/>
        </p:nvSpPr>
        <p:spPr>
          <a:xfrm>
            <a:off x="157734" y="1521244"/>
            <a:ext cx="51005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you would see following screen. </a:t>
            </a:r>
          </a:p>
          <a:p>
            <a:pPr marL="0" indent="0"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Finish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FCD662-C273-FD57-C18F-36CABED43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325" y="1685614"/>
            <a:ext cx="5734850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34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55D9B-CDA3-11C2-786E-2CD932BA0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36E1E6-845A-7019-A4A4-DCE3DCC15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869" y="1438276"/>
            <a:ext cx="7776781" cy="494650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27BFD4B-39CB-00A7-4D36-2FA453B4D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981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n-US" dirty="0"/>
              <a:t>Installation of VS Code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1BE4CB-487A-E198-8BC4-7AA74F030931}"/>
              </a:ext>
            </a:extLst>
          </p:cNvPr>
          <p:cNvSpPr txBox="1"/>
          <p:nvPr/>
        </p:nvSpPr>
        <p:spPr>
          <a:xfrm>
            <a:off x="133350" y="692140"/>
            <a:ext cx="435292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we install python extension.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on LHS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extension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icon.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</a:t>
            </a:r>
            <a:r>
              <a:rPr lang="en-IN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miscrosoft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debugger by Microsoft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by Microsoft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environment by Microsoft</a:t>
            </a:r>
          </a:p>
          <a:p>
            <a:pPr marL="0" indent="0">
              <a:buNone/>
            </a:pPr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would 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provide features like syntax highlighting, code formatting, debugging, and integration with different Python interpreters. Also give us ability to create virtual environ.</a:t>
            </a:r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315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0E168-B0AB-7798-F6E9-817087EF4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BEC1B-87FF-F596-C5E9-AA45D09FC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09" y="980051"/>
            <a:ext cx="3596739" cy="44057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Dghsjdsd</a:t>
            </a:r>
            <a:endParaRPr lang="en-US" sz="1800" dirty="0"/>
          </a:p>
          <a:p>
            <a:pPr marL="0" indent="0">
              <a:buNone/>
            </a:pPr>
            <a:endParaRPr lang="en-IN" sz="1800" b="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2078790-01CD-0E9B-E3D0-BD5DDF02F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981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n-US" dirty="0"/>
              <a:t>EXTRA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8053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619922A-EE27-DCDA-93C2-14BBFC9FA0D1}"/>
              </a:ext>
            </a:extLst>
          </p:cNvPr>
          <p:cNvSpPr txBox="1"/>
          <p:nvPr/>
        </p:nvSpPr>
        <p:spPr>
          <a:xfrm>
            <a:off x="557784" y="697483"/>
            <a:ext cx="10387584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and activate virtual environment on VS Code</a:t>
            </a:r>
          </a:p>
          <a:p>
            <a:pPr marL="0" indent="0">
              <a:buNone/>
            </a:pPr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Open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VSCode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open required folder where you want your python files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View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-&gt;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command palette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-&gt; type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python.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Here you will see an option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Python: Create environment.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this.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You will receive 2 options: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Conda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I prefer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Select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Then follow along the prompt and select python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interpretor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you want to use.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Finally you would see a directory created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r>
              <a:rPr lang="en-IN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which holds all python packages/libraries/etc for your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(OPTIONAL) To verify that the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VSCode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terminal is using virtual env python, not global, type command: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Get-Command python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For windows 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python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(for Linux)</a:t>
            </a:r>
          </a:p>
          <a:p>
            <a:pPr marL="0" indent="0"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should display the path of python and it should show .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its path. In case you do not get this, just close terminal and open new terminal.</a:t>
            </a:r>
          </a:p>
        </p:txBody>
      </p:sp>
    </p:spTree>
    <p:extLst>
      <p:ext uri="{BB962C8B-B14F-4D97-AF65-F5344CB8AC3E}">
        <p14:creationId xmlns:p14="http://schemas.microsoft.com/office/powerpoint/2010/main" val="816206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134</TotalTime>
  <Words>342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Installation – VS Code</vt:lpstr>
      <vt:lpstr>Installation of VS Code</vt:lpstr>
      <vt:lpstr>Installation of VS Code</vt:lpstr>
      <vt:lpstr>Installation of VS Code</vt:lpstr>
      <vt:lpstr>Installation of VS Code</vt:lpstr>
      <vt:lpstr>Installation of VS Code</vt:lpstr>
      <vt:lpstr>EXTRA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43</cp:revision>
  <dcterms:created xsi:type="dcterms:W3CDTF">2025-09-22T02:44:38Z</dcterms:created>
  <dcterms:modified xsi:type="dcterms:W3CDTF">2026-01-08T07:06:58Z</dcterms:modified>
</cp:coreProperties>
</file>