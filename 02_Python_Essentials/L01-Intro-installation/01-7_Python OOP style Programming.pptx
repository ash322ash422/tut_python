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CAFF7-3C42-7D58-3109-133D491D3F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36638B-F610-8F7A-A200-C71E8952E5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82B63-D99F-5B68-3B41-FE22C6188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329F6-D1CE-4846-AE94-8716C8B5C45B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86C3D-2538-1CC5-D157-5CC1CDF55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C2D93-0232-75A8-2ADD-3FE169DC9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8A228-EBF2-450D-8EAE-BE59455726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1348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F74EA-0FFC-1D08-CFAB-97FC635D7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BD480-9804-F76E-0F6E-EB481D554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16536-F499-21D4-7034-42D5BF59A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329F6-D1CE-4846-AE94-8716C8B5C45B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47012-7F62-4D2B-8846-8DA7278D9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08B9E-9D9A-505B-FF07-712BC46A1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8A228-EBF2-450D-8EAE-BE59455726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9776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05DDB-EE26-E74D-27B8-2D1B3B531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846B46-42FD-F7AD-7EDB-034C41350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BFDB5-24F0-AA40-4430-E53886FE2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329F6-D1CE-4846-AE94-8716C8B5C45B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EF5B8-7919-D279-42A7-2765FBEAC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DDECB-F069-7CBB-0151-B26D9F2D1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8A228-EBF2-450D-8EAE-BE59455726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1817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7457A-F236-4769-7571-53814514E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1EBAB-6F45-0CC1-E799-CC906596CD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273710-C717-4D52-C1BF-5CD79A9AE9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2A16B2-A1A9-00EC-8C97-CE13EECE4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329F6-D1CE-4846-AE94-8716C8B5C45B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3C8C6-D42D-3FD2-8888-1A6A0C022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433E60-83BD-64E3-CB02-86CA8C5D9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8A228-EBF2-450D-8EAE-BE59455726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4830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7787D-A855-2D67-A1C6-CF613488A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C795D-09A2-2771-6C88-46CA3AA4F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8EC22E-AAFC-88FF-26D0-D560953F2C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F341E6-2232-6A24-32C5-3E3DEDD083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2FA9C4-92ED-0C4F-133A-371AAF84F8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616388-283A-ABF8-E695-88A922302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329F6-D1CE-4846-AE94-8716C8B5C45B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00D94B-61E6-DA12-C914-F66F3CE3D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9AC727-7907-635B-1494-20D4B7770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8A228-EBF2-450D-8EAE-BE59455726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681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F357B-ACE6-302D-2A33-8D25F8255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E37640-0B48-E261-555D-8B34E4E0D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329F6-D1CE-4846-AE94-8716C8B5C45B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5819C5-881D-C9A5-2492-71D1D3FEC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9F0437-00E4-FFB7-6409-1F3DF252A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8A228-EBF2-450D-8EAE-BE59455726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885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36ACC0-2C68-4E28-1146-43755CC09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329F6-D1CE-4846-AE94-8716C8B5C45B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C0DF50-EC54-C584-9BB7-19436CFD4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F8C842-F256-78DA-D80F-42F5C68BC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8A228-EBF2-450D-8EAE-BE59455726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6183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7ACB8-C5AB-50AB-27CA-4137999F9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7E06B-287F-E1A5-9A38-02F517F9E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354E00-D913-904B-B831-28E6B9DFC5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8FFD39-1606-6193-67F0-A10E0B4C1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329F6-D1CE-4846-AE94-8716C8B5C45B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6019E-5DD0-FC22-B6DD-D670C0ED3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9AF603-0787-B794-1723-69BB49833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8A228-EBF2-450D-8EAE-BE59455726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2600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21493-4805-8623-FC52-99FD7AE3D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74AFE4-0102-AA7F-79C6-7037E06D62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CDCCD-47D0-72DD-D877-A69AB60256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27AC69-1ECE-23B2-45E7-985A0F66A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329F6-D1CE-4846-AE94-8716C8B5C45B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0A32A3-8596-5E8E-577A-FDB8C5706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56C187-7FE9-7F69-3036-6E9CBB42D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8A228-EBF2-450D-8EAE-BE59455726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150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DC70D-F81B-24D0-3E41-CB62CBDFB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6F098B-429D-064B-8AC1-F45EC3706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69EB9-3150-FD81-3A9A-E80625136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329F6-D1CE-4846-AE94-8716C8B5C45B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3B463-1E16-FBE0-7482-D76BCE2DB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2A310-6623-6715-734D-87CF149AC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8A228-EBF2-450D-8EAE-BE59455726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7625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880A66-6995-9E0D-E21A-D0104A0A42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65C9CA-102A-D510-43B5-94B780587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AD9D5-624B-6DE3-1795-B7B6F40E4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329F6-D1CE-4846-AE94-8716C8B5C45B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5BB7E-28D9-BE7D-9503-3D1994F33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0F6E0-63B2-6863-5A93-39C4A9541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8A228-EBF2-450D-8EAE-BE59455726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841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EF7C97-60E3-E804-B282-95041187F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CE9348-47D1-99BE-BD25-55BC893DA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891FB-E6B9-6D84-9FE5-B3EE1523AE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E329F6-D1CE-4846-AE94-8716C8B5C45B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A2F10-DC39-3984-11A1-9A9EED5D29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ADDBA-5000-EA33-E116-3E2382FDFF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A8A228-EBF2-450D-8EAE-BE59455726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108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4E4B6-DEE1-4B1F-C7AD-AAED7A59D2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</a:t>
            </a:r>
            <a:r>
              <a:rPr lang="en-US"/>
              <a:t>OOP style Programming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939476-0A5A-B559-1BFD-BF8EB3559D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4121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Python OOP style Programming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ash322.ash422@gmail.com</dc:creator>
  <cp:lastModifiedBy>ash322.ash422@gmail.com</cp:lastModifiedBy>
  <cp:revision>1</cp:revision>
  <dcterms:created xsi:type="dcterms:W3CDTF">2025-02-12T11:31:03Z</dcterms:created>
  <dcterms:modified xsi:type="dcterms:W3CDTF">2025-02-12T11:31:41Z</dcterms:modified>
</cp:coreProperties>
</file>